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58" r:id="rId4"/>
    <p:sldId id="264" r:id="rId5"/>
    <p:sldId id="265" r:id="rId6"/>
    <p:sldId id="266" r:id="rId7"/>
    <p:sldId id="267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7"/>
    <p:restoredTop sz="94622"/>
  </p:normalViewPr>
  <p:slideViewPr>
    <p:cSldViewPr snapToGrid="0" snapToObjects="1">
      <p:cViewPr varScale="1">
        <p:scale>
          <a:sx n="62" d="100"/>
          <a:sy n="62" d="100"/>
        </p:scale>
        <p:origin x="224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8/17/20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306780"/>
            <a:ext cx="8915399" cy="2262781"/>
          </a:xfrm>
        </p:spPr>
        <p:txBody>
          <a:bodyPr/>
          <a:lstStyle/>
          <a:p>
            <a:r>
              <a:rPr lang="en-US" dirty="0" smtClean="0"/>
              <a:t>Workshop Demo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smtClean="0"/>
              <a:t>By</a:t>
            </a:r>
            <a:r>
              <a:rPr lang="zh-CN" altLang="en-US" dirty="0" smtClean="0"/>
              <a:t> </a:t>
            </a:r>
            <a:r>
              <a:rPr lang="en-US" dirty="0" smtClean="0"/>
              <a:t>Min Wang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820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558636"/>
            <a:ext cx="8915400" cy="4352586"/>
          </a:xfrm>
        </p:spPr>
        <p:txBody>
          <a:bodyPr/>
          <a:lstStyle/>
          <a:p>
            <a:pPr indent="-285750"/>
            <a:r>
              <a:rPr lang="en-US" altLang="zh-CN" dirty="0" smtClean="0"/>
              <a:t>objectives:,</a:t>
            </a:r>
          </a:p>
          <a:p>
            <a:pPr lvl="1"/>
            <a:r>
              <a:rPr lang="en-US" altLang="zh-CN" dirty="0" smtClean="0"/>
              <a:t>define</a:t>
            </a:r>
            <a:r>
              <a:rPr lang="zh-CN" altLang="en-US" dirty="0" smtClean="0"/>
              <a:t> </a:t>
            </a:r>
            <a:r>
              <a:rPr lang="en-US" altLang="zh-CN" dirty="0"/>
              <a:t>algorithm 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Create</a:t>
            </a:r>
            <a:r>
              <a:rPr lang="zh-CN" altLang="en-US" dirty="0" smtClean="0"/>
              <a:t> </a:t>
            </a:r>
            <a:r>
              <a:rPr lang="en-US" altLang="zh-CN" dirty="0" smtClean="0"/>
              <a:t>algorithm</a:t>
            </a:r>
            <a:r>
              <a:rPr lang="zh-CN" altLang="en-US" dirty="0" smtClean="0"/>
              <a:t> </a:t>
            </a:r>
            <a:endParaRPr lang="en-US" altLang="zh-CN" dirty="0" smtClean="0"/>
          </a:p>
          <a:p>
            <a:r>
              <a:rPr lang="en-US" altLang="zh-CN" dirty="0" smtClean="0"/>
              <a:t>Outline:</a:t>
            </a:r>
            <a:r>
              <a:rPr lang="zh-CN" altLang="en-US" dirty="0" smtClean="0"/>
              <a:t> 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Team</a:t>
            </a:r>
            <a:r>
              <a:rPr lang="zh-CN" altLang="en-US" dirty="0" smtClean="0"/>
              <a:t> </a:t>
            </a:r>
            <a:r>
              <a:rPr lang="en-US" altLang="zh-CN" dirty="0" smtClean="0"/>
              <a:t>activity</a:t>
            </a:r>
            <a:r>
              <a:rPr lang="zh-CN" altLang="en-US" dirty="0" smtClean="0"/>
              <a:t> </a:t>
            </a:r>
            <a:r>
              <a:rPr lang="en-US" altLang="zh-CN" dirty="0" smtClean="0"/>
              <a:t>and</a:t>
            </a:r>
            <a:r>
              <a:rPr lang="zh-CN" altLang="en-US" dirty="0" smtClean="0"/>
              <a:t> </a:t>
            </a:r>
            <a:r>
              <a:rPr lang="en-US" altLang="zh-CN" dirty="0" smtClean="0"/>
              <a:t>Discussion</a:t>
            </a:r>
          </a:p>
          <a:p>
            <a:pPr lvl="1"/>
            <a:r>
              <a:rPr lang="en-US" altLang="zh-CN" dirty="0" smtClean="0"/>
              <a:t>Activity:</a:t>
            </a:r>
            <a:r>
              <a:rPr lang="zh-CN" altLang="en-US" dirty="0" smtClean="0"/>
              <a:t> </a:t>
            </a:r>
            <a:r>
              <a:rPr lang="en-US" altLang="zh-CN" dirty="0" smtClean="0"/>
              <a:t>finding</a:t>
            </a:r>
            <a:r>
              <a:rPr lang="zh-CN" altLang="en-US" dirty="0" smtClean="0"/>
              <a:t> </a:t>
            </a:r>
            <a:r>
              <a:rPr lang="en-US" altLang="zh-CN" dirty="0" smtClean="0"/>
              <a:t>journeys</a:t>
            </a:r>
          </a:p>
          <a:p>
            <a:pPr lvl="1"/>
            <a:r>
              <a:rPr lang="en-US" altLang="zh-CN" dirty="0" smtClean="0"/>
              <a:t>Discussion</a:t>
            </a:r>
          </a:p>
        </p:txBody>
      </p:sp>
    </p:spTree>
    <p:extLst>
      <p:ext uri="{BB962C8B-B14F-4D97-AF65-F5344CB8AC3E}">
        <p14:creationId xmlns:p14="http://schemas.microsoft.com/office/powerpoint/2010/main" val="54900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Activity: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413164"/>
            <a:ext cx="8915400" cy="5195454"/>
          </a:xfrm>
        </p:spPr>
        <p:txBody>
          <a:bodyPr/>
          <a:lstStyle/>
          <a:p>
            <a:r>
              <a:rPr lang="en-GB" dirty="0" smtClean="0"/>
              <a:t>Problem</a:t>
            </a:r>
            <a:r>
              <a:rPr lang="en-US" altLang="zh-CN" dirty="0" smtClean="0"/>
              <a:t>:</a:t>
            </a:r>
            <a:r>
              <a:rPr lang="zh-CN" altLang="en-US" dirty="0" smtClean="0"/>
              <a:t> </a:t>
            </a:r>
            <a:r>
              <a:rPr lang="en-US" altLang="zh-CN" dirty="0" smtClean="0"/>
              <a:t>fix</a:t>
            </a:r>
            <a:r>
              <a:rPr lang="zh-CN" altLang="en-US" dirty="0" smtClean="0"/>
              <a:t> </a:t>
            </a:r>
            <a:r>
              <a:rPr lang="en-US" altLang="zh-CN" dirty="0" smtClean="0"/>
              <a:t>two</a:t>
            </a:r>
            <a:r>
              <a:rPr lang="zh-CN" altLang="en-US" dirty="0" smtClean="0"/>
              <a:t> </a:t>
            </a:r>
            <a:r>
              <a:rPr lang="en-US" altLang="zh-CN" dirty="0" smtClean="0"/>
              <a:t>colors</a:t>
            </a:r>
            <a:r>
              <a:rPr lang="zh-CN" altLang="en-US" dirty="0" smtClean="0"/>
              <a:t> </a:t>
            </a:r>
            <a:r>
              <a:rPr lang="en-US" altLang="zh-CN" dirty="0" smtClean="0"/>
              <a:t>boxes,</a:t>
            </a:r>
            <a:r>
              <a:rPr lang="zh-CN" altLang="en-US" dirty="0" smtClean="0"/>
              <a:t> </a:t>
            </a:r>
            <a:r>
              <a:rPr lang="en-US" altLang="zh-CN" dirty="0" smtClean="0"/>
              <a:t>given</a:t>
            </a:r>
            <a:r>
              <a:rPr lang="zh-CN" altLang="en-US" dirty="0" smtClean="0"/>
              <a:t> </a:t>
            </a:r>
            <a:r>
              <a:rPr lang="en-US" altLang="zh-CN" dirty="0" smtClean="0"/>
              <a:t>two</a:t>
            </a:r>
            <a:r>
              <a:rPr lang="zh-CN" altLang="en-US" dirty="0" smtClean="0"/>
              <a:t> </a:t>
            </a:r>
            <a:r>
              <a:rPr lang="en-US" altLang="zh-CN" dirty="0" smtClean="0"/>
              <a:t>objects</a:t>
            </a:r>
            <a:r>
              <a:rPr lang="zh-CN" altLang="en-US" dirty="0" smtClean="0"/>
              <a:t> </a:t>
            </a:r>
            <a:r>
              <a:rPr lang="en-GB" dirty="0"/>
              <a:t>A and </a:t>
            </a:r>
            <a:r>
              <a:rPr lang="en-GB" dirty="0" smtClean="0"/>
              <a:t>B</a:t>
            </a:r>
            <a:r>
              <a:rPr lang="zh-CN" altLang="en-US" dirty="0"/>
              <a:t> </a:t>
            </a:r>
            <a:r>
              <a:rPr lang="en-US" altLang="zh-CN" dirty="0" smtClean="0"/>
              <a:t>placed</a:t>
            </a:r>
            <a:r>
              <a:rPr lang="zh-CN" altLang="en-US" dirty="0" smtClean="0"/>
              <a:t> </a:t>
            </a:r>
            <a:r>
              <a:rPr lang="en-US" altLang="zh-CN" dirty="0" smtClean="0"/>
              <a:t>in</a:t>
            </a:r>
            <a:r>
              <a:rPr lang="zh-CN" altLang="en-US" dirty="0" smtClean="0"/>
              <a:t> </a:t>
            </a:r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smtClean="0"/>
              <a:t>two</a:t>
            </a:r>
            <a:r>
              <a:rPr lang="zh-CN" altLang="en-US" dirty="0" smtClean="0"/>
              <a:t> </a:t>
            </a:r>
            <a:r>
              <a:rPr lang="en-US" altLang="zh-CN" dirty="0" smtClean="0"/>
              <a:t>different</a:t>
            </a:r>
            <a:r>
              <a:rPr lang="zh-CN" altLang="en-US" dirty="0" smtClean="0"/>
              <a:t> </a:t>
            </a:r>
            <a:r>
              <a:rPr lang="en-US" altLang="zh-CN" dirty="0" smtClean="0"/>
              <a:t>colors</a:t>
            </a:r>
            <a:r>
              <a:rPr lang="zh-CN" altLang="en-US" dirty="0" smtClean="0"/>
              <a:t> </a:t>
            </a:r>
            <a:r>
              <a:rPr lang="en-US" altLang="zh-CN" dirty="0" smtClean="0"/>
              <a:t>boxes.</a:t>
            </a:r>
            <a:r>
              <a:rPr lang="zh-CN" altLang="en-US" dirty="0" smtClean="0"/>
              <a:t> </a:t>
            </a:r>
            <a:endParaRPr lang="en-GB" altLang="zh-CN" dirty="0" smtClean="0"/>
          </a:p>
          <a:p>
            <a:endParaRPr lang="en-GB" altLang="zh-CN" dirty="0" smtClean="0"/>
          </a:p>
          <a:p>
            <a:endParaRPr lang="en-GB" altLang="zh-CN" dirty="0"/>
          </a:p>
          <a:p>
            <a:endParaRPr lang="en-GB" altLang="zh-CN" dirty="0" smtClean="0"/>
          </a:p>
          <a:p>
            <a:r>
              <a:rPr lang="en-US" altLang="zh-CN" dirty="0" smtClean="0"/>
              <a:t>Given</a:t>
            </a:r>
            <a:r>
              <a:rPr lang="zh-CN" altLang="en-US" dirty="0" smtClean="0"/>
              <a:t> </a:t>
            </a:r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smtClean="0"/>
              <a:t>list</a:t>
            </a:r>
            <a:r>
              <a:rPr lang="zh-CN" altLang="en-US" dirty="0" smtClean="0"/>
              <a:t> </a:t>
            </a:r>
            <a:r>
              <a:rPr lang="en-US" altLang="zh-CN" dirty="0" smtClean="0"/>
              <a:t>of</a:t>
            </a:r>
            <a:r>
              <a:rPr lang="zh-CN" altLang="en-US" dirty="0" smtClean="0"/>
              <a:t> </a:t>
            </a:r>
            <a:r>
              <a:rPr lang="en-US" altLang="zh-CN" dirty="0" smtClean="0"/>
              <a:t>actions</a:t>
            </a:r>
          </a:p>
          <a:p>
            <a:pPr lvl="1"/>
            <a:r>
              <a:rPr lang="en-GB" dirty="0"/>
              <a:t>Actions Lists: </a:t>
            </a:r>
            <a:endParaRPr lang="en-US" dirty="0"/>
          </a:p>
          <a:p>
            <a:pPr marL="1257300" lvl="2" indent="-342900">
              <a:buFont typeface="+mj-lt"/>
              <a:buAutoNum type="arabicPeriod"/>
            </a:pPr>
            <a:r>
              <a:rPr lang="en-GB" dirty="0"/>
              <a:t>Take A out of the blue box</a:t>
            </a:r>
            <a:endParaRPr lang="en-US" dirty="0"/>
          </a:p>
          <a:p>
            <a:pPr marL="1257300" lvl="2" indent="-342900">
              <a:buFont typeface="+mj-lt"/>
              <a:buAutoNum type="arabicPeriod"/>
            </a:pPr>
            <a:r>
              <a:rPr lang="en-GB" dirty="0"/>
              <a:t>Take B out of the orange box</a:t>
            </a:r>
            <a:endParaRPr lang="en-US" dirty="0"/>
          </a:p>
          <a:p>
            <a:pPr marL="1257300" lvl="2" indent="-342900">
              <a:buFont typeface="+mj-lt"/>
              <a:buAutoNum type="arabicPeriod"/>
            </a:pPr>
            <a:r>
              <a:rPr lang="en-GB" dirty="0"/>
              <a:t>Put B in the blue box</a:t>
            </a:r>
            <a:endParaRPr lang="en-US" dirty="0"/>
          </a:p>
          <a:p>
            <a:pPr marL="1257300" lvl="2" indent="-342900">
              <a:buFont typeface="+mj-lt"/>
              <a:buAutoNum type="arabicPeriod"/>
            </a:pPr>
            <a:r>
              <a:rPr lang="en-GB" dirty="0"/>
              <a:t>Put A in the orange </a:t>
            </a:r>
            <a:r>
              <a:rPr lang="en-GB" dirty="0" smtClean="0"/>
              <a:t>box</a:t>
            </a:r>
            <a:endParaRPr lang="en-US" altLang="zh-CN" dirty="0" smtClean="0"/>
          </a:p>
        </p:txBody>
      </p:sp>
      <p:grpSp>
        <p:nvGrpSpPr>
          <p:cNvPr id="28" name="Group 27"/>
          <p:cNvGrpSpPr/>
          <p:nvPr/>
        </p:nvGrpSpPr>
        <p:grpSpPr>
          <a:xfrm>
            <a:off x="4985701" y="2349884"/>
            <a:ext cx="2061211" cy="688340"/>
            <a:chOff x="0" y="0"/>
            <a:chExt cx="2521323" cy="685800"/>
          </a:xfrm>
        </p:grpSpPr>
        <p:sp>
          <p:nvSpPr>
            <p:cNvPr id="29" name="Rectangle 28"/>
            <p:cNvSpPr/>
            <p:nvPr/>
          </p:nvSpPr>
          <p:spPr>
            <a:xfrm>
              <a:off x="0" y="0"/>
              <a:ext cx="800100" cy="685800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GB" sz="3600" dirty="0">
                  <a:effectLst/>
                  <a:ea typeface="DengXian" charset="-122"/>
                  <a:cs typeface="Times New Roman" charset="0"/>
                </a:rPr>
                <a:t>A</a:t>
              </a:r>
              <a:endParaRPr lang="en-US" sz="1200" dirty="0">
                <a:effectLst/>
                <a:ea typeface="DengXian" charset="-122"/>
                <a:cs typeface="Times New Roman" charset="0"/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721223" y="0"/>
              <a:ext cx="800100" cy="685800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spcBef>
                  <a:spcPts val="0"/>
                </a:spcBef>
                <a:spcAft>
                  <a:spcPts val="0"/>
                </a:spcAft>
              </a:pPr>
              <a:r>
                <a:rPr lang="en-GB" sz="3600" dirty="0">
                  <a:effectLst/>
                  <a:ea typeface="DengXian" charset="-122"/>
                  <a:cs typeface="Times New Roman" charset="0"/>
                </a:rPr>
                <a:t>B</a:t>
              </a:r>
              <a:endParaRPr lang="en-US" sz="1200" dirty="0">
                <a:effectLst/>
                <a:ea typeface="DengXian" charset="-122"/>
                <a:cs typeface="Times New Roman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01385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Activity: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413164"/>
            <a:ext cx="8915400" cy="5195454"/>
          </a:xfrm>
        </p:spPr>
        <p:txBody>
          <a:bodyPr/>
          <a:lstStyle/>
          <a:p>
            <a:r>
              <a:rPr lang="en-US" altLang="zh-CN" dirty="0" smtClean="0"/>
              <a:t>Task:</a:t>
            </a:r>
            <a:r>
              <a:rPr lang="zh-CN" altLang="en-US" dirty="0" smtClean="0"/>
              <a:t> </a:t>
            </a:r>
            <a:r>
              <a:rPr lang="en-US" altLang="zh-CN" dirty="0" smtClean="0"/>
              <a:t>figure</a:t>
            </a:r>
            <a:r>
              <a:rPr lang="zh-CN" altLang="en-US" dirty="0" smtClean="0"/>
              <a:t> </a:t>
            </a:r>
            <a:r>
              <a:rPr lang="en-US" altLang="zh-CN" dirty="0" smtClean="0"/>
              <a:t>out</a:t>
            </a:r>
            <a:r>
              <a:rPr lang="zh-CN" altLang="en-US" dirty="0" smtClean="0"/>
              <a:t> </a:t>
            </a:r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smtClean="0"/>
              <a:t>necessary</a:t>
            </a:r>
            <a:r>
              <a:rPr lang="zh-CN" altLang="en-US" dirty="0" smtClean="0"/>
              <a:t> </a:t>
            </a:r>
            <a:r>
              <a:rPr lang="en-US" altLang="zh-CN" dirty="0" smtClean="0"/>
              <a:t>action</a:t>
            </a:r>
            <a:r>
              <a:rPr lang="zh-CN" altLang="en-US" dirty="0" smtClean="0"/>
              <a:t> </a:t>
            </a:r>
            <a:r>
              <a:rPr lang="en-US" altLang="zh-CN" dirty="0" smtClean="0"/>
              <a:t>steps</a:t>
            </a:r>
            <a:r>
              <a:rPr lang="zh-CN" altLang="en-US" dirty="0" smtClean="0"/>
              <a:t> </a:t>
            </a:r>
            <a:r>
              <a:rPr lang="en-US" altLang="zh-CN" dirty="0" smtClean="0"/>
              <a:t>and</a:t>
            </a:r>
            <a:r>
              <a:rPr lang="zh-CN" altLang="en-US" dirty="0" smtClean="0"/>
              <a:t> </a:t>
            </a:r>
            <a:r>
              <a:rPr lang="en-US" altLang="zh-CN" dirty="0" smtClean="0"/>
              <a:t>order</a:t>
            </a:r>
            <a:r>
              <a:rPr lang="zh-CN" altLang="en-US" dirty="0" smtClean="0"/>
              <a:t> </a:t>
            </a:r>
            <a:r>
              <a:rPr lang="en-US" altLang="zh-CN" dirty="0" smtClean="0"/>
              <a:t>them</a:t>
            </a:r>
            <a:r>
              <a:rPr lang="zh-CN" altLang="en-US" dirty="0" smtClean="0"/>
              <a:t> </a:t>
            </a:r>
            <a:r>
              <a:rPr lang="en-US" altLang="zh-CN" dirty="0" smtClean="0"/>
              <a:t>to</a:t>
            </a:r>
            <a:r>
              <a:rPr lang="zh-CN" altLang="en-US" dirty="0" smtClean="0"/>
              <a:t> </a:t>
            </a:r>
            <a:r>
              <a:rPr lang="en-US" altLang="zh-CN" dirty="0"/>
              <a:t>s</a:t>
            </a:r>
            <a:r>
              <a:rPr lang="en-GB" dirty="0" err="1" smtClean="0"/>
              <a:t>wap</a:t>
            </a:r>
            <a:r>
              <a:rPr lang="en-GB" dirty="0" smtClean="0"/>
              <a:t> </a:t>
            </a:r>
            <a:r>
              <a:rPr lang="en-GB" dirty="0"/>
              <a:t>objects A, B to put A in orange box, put B in blue box</a:t>
            </a:r>
            <a:r>
              <a:rPr lang="en-US" dirty="0"/>
              <a:t> </a:t>
            </a:r>
            <a:endParaRPr lang="en-US" dirty="0" smtClean="0"/>
          </a:p>
          <a:p>
            <a:r>
              <a:rPr lang="en-US" altLang="zh-CN" dirty="0" smtClean="0"/>
              <a:t>Activity:</a:t>
            </a:r>
            <a:r>
              <a:rPr lang="zh-CN" altLang="en-US" dirty="0" smtClean="0"/>
              <a:t> </a:t>
            </a:r>
            <a:r>
              <a:rPr lang="en-GB" dirty="0"/>
              <a:t>Figure out two ways to accomplish the tasks and list the steps using the numbers in the list</a:t>
            </a:r>
            <a:r>
              <a:rPr lang="en-US" dirty="0"/>
              <a:t> </a:t>
            </a:r>
            <a:endParaRPr lang="en-US" dirty="0" smtClean="0"/>
          </a:p>
          <a:p>
            <a:endParaRPr lang="en-US" dirty="0" smtClean="0"/>
          </a:p>
          <a:p>
            <a:r>
              <a:rPr lang="en-GB" dirty="0"/>
              <a:t>way1</a:t>
            </a:r>
            <a:r>
              <a:rPr lang="en-GB" dirty="0" smtClean="0"/>
              <a:t>:</a:t>
            </a:r>
            <a:r>
              <a:rPr lang="zh-CN" altLang="en-US" dirty="0" smtClean="0"/>
              <a:t>   </a:t>
            </a:r>
            <a:endParaRPr lang="en-GB" dirty="0" smtClean="0"/>
          </a:p>
          <a:p>
            <a:endParaRPr lang="en-GB" dirty="0" smtClean="0"/>
          </a:p>
          <a:p>
            <a:r>
              <a:rPr lang="en-GB" dirty="0" smtClean="0"/>
              <a:t>Way</a:t>
            </a:r>
            <a:r>
              <a:rPr lang="en-US" altLang="zh-CN" dirty="0" smtClean="0"/>
              <a:t>2:</a:t>
            </a:r>
            <a:r>
              <a:rPr lang="zh-CN" altLang="en-US" dirty="0" smtClean="0"/>
              <a:t>    </a:t>
            </a:r>
            <a:endParaRPr lang="en-GB" dirty="0"/>
          </a:p>
        </p:txBody>
      </p:sp>
      <p:grpSp>
        <p:nvGrpSpPr>
          <p:cNvPr id="18" name="Group 17"/>
          <p:cNvGrpSpPr/>
          <p:nvPr/>
        </p:nvGrpSpPr>
        <p:grpSpPr>
          <a:xfrm>
            <a:off x="4221564" y="3491345"/>
            <a:ext cx="2971800" cy="0"/>
            <a:chOff x="0" y="0"/>
            <a:chExt cx="2971800" cy="0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0" y="0"/>
              <a:ext cx="4572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2514600" y="0"/>
              <a:ext cx="4572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1721224" y="0"/>
              <a:ext cx="4572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806824" y="0"/>
              <a:ext cx="4572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4221564" y="4322616"/>
            <a:ext cx="2971800" cy="0"/>
            <a:chOff x="0" y="0"/>
            <a:chExt cx="2971800" cy="0"/>
          </a:xfrm>
        </p:grpSpPr>
        <p:cxnSp>
          <p:nvCxnSpPr>
            <p:cNvPr id="24" name="Straight Connector 23"/>
            <p:cNvCxnSpPr/>
            <p:nvPr/>
          </p:nvCxnSpPr>
          <p:spPr>
            <a:xfrm>
              <a:off x="0" y="0"/>
              <a:ext cx="4572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2514600" y="0"/>
              <a:ext cx="4572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1721224" y="0"/>
              <a:ext cx="4572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806824" y="0"/>
              <a:ext cx="4572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9077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04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183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48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Thank</a:t>
            </a:r>
            <a:r>
              <a:rPr lang="zh-CN" altLang="en-US" dirty="0" smtClean="0"/>
              <a:t> </a:t>
            </a:r>
            <a:r>
              <a:rPr lang="en-US" altLang="zh-CN" dirty="0" smtClean="0"/>
              <a:t>you</a:t>
            </a:r>
            <a:r>
              <a:rPr lang="zh-CN" altLang="en-US" dirty="0" smtClean="0"/>
              <a:t> </a:t>
            </a:r>
            <a:r>
              <a:rPr lang="en-US" altLang="zh-CN" dirty="0" smtClean="0"/>
              <a:t>for</a:t>
            </a:r>
            <a:r>
              <a:rPr lang="zh-CN" altLang="en-US" dirty="0" smtClean="0"/>
              <a:t> </a:t>
            </a:r>
            <a:r>
              <a:rPr lang="en-US" altLang="zh-CN" dirty="0" smtClean="0"/>
              <a:t>listening</a:t>
            </a:r>
            <a:r>
              <a:rPr lang="zh-CN" alt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 smtClean="0"/>
              <a:t>I </a:t>
            </a:r>
            <a:r>
              <a:rPr lang="en-GB" dirty="0"/>
              <a:t>hope that this material was useful and now you have learnt a new concept of </a:t>
            </a:r>
            <a:r>
              <a:rPr lang="en-GB" dirty="0" smtClean="0"/>
              <a:t>mathematics</a:t>
            </a:r>
            <a:r>
              <a:rPr lang="zh-CN" altLang="en-US" dirty="0" smtClean="0"/>
              <a:t>，</a:t>
            </a:r>
            <a:r>
              <a:rPr lang="en-US" altLang="zh-CN" dirty="0" smtClean="0"/>
              <a:t>well</a:t>
            </a:r>
            <a:r>
              <a:rPr lang="zh-CN" altLang="en-US" dirty="0" smtClean="0"/>
              <a:t> </a:t>
            </a:r>
            <a:r>
              <a:rPr lang="en-US" altLang="zh-CN" dirty="0" smtClean="0"/>
              <a:t>done!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9171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588</TotalTime>
  <Words>164</Words>
  <Application>Microsoft Macintosh PowerPoint</Application>
  <PresentationFormat>Widescreen</PresentationFormat>
  <Paragraphs>32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Century Gothic</vt:lpstr>
      <vt:lpstr>DengXian</vt:lpstr>
      <vt:lpstr>Times New Roman</vt:lpstr>
      <vt:lpstr>Wingdings 3</vt:lpstr>
      <vt:lpstr>幼圆</vt:lpstr>
      <vt:lpstr>Arial</vt:lpstr>
      <vt:lpstr>Wisp</vt:lpstr>
      <vt:lpstr>Workshop Demo</vt:lpstr>
      <vt:lpstr>agenda</vt:lpstr>
      <vt:lpstr>Activity:</vt:lpstr>
      <vt:lpstr>Activity:</vt:lpstr>
      <vt:lpstr>PowerPoint Presentation</vt:lpstr>
      <vt:lpstr>PowerPoint Presentation</vt:lpstr>
      <vt:lpstr>PowerPoint Presentation</vt:lpstr>
      <vt:lpstr>Thank you for listening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 Presentation Demo</dc:title>
  <dc:creator>Wang, Min</dc:creator>
  <cp:lastModifiedBy>Wang, Min</cp:lastModifiedBy>
  <cp:revision>82</cp:revision>
  <dcterms:created xsi:type="dcterms:W3CDTF">2020-06-09T19:33:04Z</dcterms:created>
  <dcterms:modified xsi:type="dcterms:W3CDTF">2020-08-17T16:32:24Z</dcterms:modified>
</cp:coreProperties>
</file>