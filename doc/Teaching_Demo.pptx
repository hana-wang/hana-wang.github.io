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7"/>
    <p:restoredTop sz="94622"/>
  </p:normalViewPr>
  <p:slideViewPr>
    <p:cSldViewPr snapToGrid="0" snapToObjects="1">
      <p:cViewPr varScale="1">
        <p:scale>
          <a:sx n="62" d="100"/>
          <a:sy n="62" d="100"/>
        </p:scale>
        <p:origin x="224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presProps" Target="presProps.xml"/><Relationship Id="rId1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6/9/20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6/9/20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306780"/>
            <a:ext cx="8915399" cy="2262781"/>
          </a:xfrm>
        </p:spPr>
        <p:txBody>
          <a:bodyPr/>
          <a:lstStyle/>
          <a:p>
            <a:r>
              <a:rPr lang="en-US" dirty="0" smtClean="0"/>
              <a:t>Math Presentation Demo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By</a:t>
            </a:r>
            <a:r>
              <a:rPr lang="zh-CN" altLang="en-US" dirty="0" smtClean="0"/>
              <a:t> </a:t>
            </a:r>
            <a:r>
              <a:rPr lang="en-US" dirty="0" smtClean="0"/>
              <a:t>Min Wang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8209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78183" y="270816"/>
            <a:ext cx="9426430" cy="1059220"/>
          </a:xfrm>
        </p:spPr>
        <p:txBody>
          <a:bodyPr/>
          <a:lstStyle/>
          <a:p>
            <a:r>
              <a:rPr lang="en-US" dirty="0" smtClean="0"/>
              <a:t>Learning Structure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8182" y="1330036"/>
            <a:ext cx="9426430" cy="5340928"/>
          </a:xfrm>
        </p:spPr>
        <p:txBody>
          <a:bodyPr>
            <a:normAutofit fontScale="92500" lnSpcReduction="10000"/>
          </a:bodyPr>
          <a:lstStyle/>
          <a:p>
            <a:r>
              <a:rPr lang="en-US" dirty="0" smtClean="0"/>
              <a:t>This is a learning resource for understanding of a topic ”how to add a series of numbers in which the consecutive terms has a same difference”.</a:t>
            </a:r>
          </a:p>
          <a:p>
            <a:r>
              <a:rPr lang="en-US" dirty="0" smtClean="0"/>
              <a:t>It is a presentation to help you.</a:t>
            </a:r>
          </a:p>
          <a:p>
            <a:r>
              <a:rPr lang="en-US" dirty="0" smtClean="0"/>
              <a:t>If you have a few numbers and calculate its sum; 3+5+7=what? It is easy to find the value, it’s 15. But if find a sum follows the same offset between consecutive numbers: 3+5+7+9+</a:t>
            </a:r>
            <a:r>
              <a:rPr lang="is-IS" dirty="0" smtClean="0"/>
              <a:t>…+43, what is the sum value?</a:t>
            </a:r>
          </a:p>
          <a:p>
            <a:r>
              <a:rPr lang="is-IS" dirty="0" smtClean="0"/>
              <a:t>Let me show you how my resource will help you find the way to solve it.</a:t>
            </a:r>
          </a:p>
          <a:p>
            <a:r>
              <a:rPr lang="is-IS" dirty="0" smtClean="0"/>
              <a:t>In the first slide, I will state the learning objective in this class.</a:t>
            </a:r>
          </a:p>
          <a:p>
            <a:r>
              <a:rPr lang="is-IS" dirty="0" smtClean="0"/>
              <a:t>In the second slide, I will present a simple example to help you find a pattern and derive a way to find its sum quickly.</a:t>
            </a:r>
          </a:p>
          <a:p>
            <a:r>
              <a:rPr lang="is-IS" dirty="0" smtClean="0"/>
              <a:t>In the third slide, I will introduce the mathematics notation and derive a general formula that works for a series of numbers with common difference.</a:t>
            </a:r>
          </a:p>
          <a:p>
            <a:r>
              <a:rPr lang="is-IS" dirty="0" smtClean="0"/>
              <a:t>Finally, I will give two examples and guide you find the magic of the usefulness of the formula.</a:t>
            </a:r>
          </a:p>
          <a:p>
            <a:r>
              <a:rPr lang="is-IS" dirty="0" smtClean="0"/>
              <a:t>In the end, I hope this material will be useful and then you will have learnt a new concept of mathematics.</a:t>
            </a:r>
          </a:p>
          <a:p>
            <a:r>
              <a:rPr lang="is-IS" dirty="0" smtClean="0"/>
              <a:t>Let ’s do it now!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8694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Derive a formula to find the sum of a series of numbers with common difference.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1385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3214" y="312380"/>
            <a:ext cx="8911687" cy="1280890"/>
          </a:xfrm>
        </p:spPr>
        <p:txBody>
          <a:bodyPr/>
          <a:lstStyle/>
          <a:p>
            <a:r>
              <a:rPr lang="en-US" dirty="0" smtClean="0"/>
              <a:t>Simple example to find the pattern and the technique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03214" y="1905000"/>
            <a:ext cx="10312588" cy="4537364"/>
          </a:xfrm>
        </p:spPr>
        <p:txBody>
          <a:bodyPr/>
          <a:lstStyle/>
          <a:p>
            <a:r>
              <a:rPr lang="en-US" dirty="0" smtClean="0"/>
              <a:t>Given a series  of numbers: 1, 2, 3, </a:t>
            </a:r>
            <a:r>
              <a:rPr lang="is-IS" dirty="0" smtClean="0"/>
              <a:t>…,10</a:t>
            </a:r>
          </a:p>
          <a:p>
            <a:r>
              <a:rPr lang="is-IS" dirty="0" smtClean="0"/>
              <a:t>Task: find the sum of the series of numbers.</a:t>
            </a:r>
          </a:p>
          <a:p>
            <a:r>
              <a:rPr lang="is-IS" dirty="0" smtClean="0"/>
              <a:t>How to do it?</a:t>
            </a:r>
          </a:p>
          <a:p>
            <a:r>
              <a:rPr lang="en-US" dirty="0" smtClean="0"/>
              <a:t>W</a:t>
            </a:r>
            <a:r>
              <a:rPr lang="is-IS" dirty="0" smtClean="0"/>
              <a:t>rite the sum in a single column: </a:t>
            </a:r>
            <a:r>
              <a:rPr lang="en-US" dirty="0" smtClean="0"/>
              <a:t> 1+2+3+4+</a:t>
            </a:r>
            <a:r>
              <a:rPr lang="is-IS" dirty="0" smtClean="0"/>
              <a:t>…+8+9+10</a:t>
            </a:r>
          </a:p>
          <a:p>
            <a:r>
              <a:rPr lang="is-IS" dirty="0" smtClean="0"/>
              <a:t>Now, I write the sum in reversing order in another single column,</a:t>
            </a:r>
          </a:p>
          <a:p>
            <a:r>
              <a:rPr lang="is-IS" dirty="0" smtClean="0"/>
              <a:t>10+9+8+...+4+3+2+1</a:t>
            </a:r>
          </a:p>
          <a:p>
            <a:r>
              <a:rPr lang="is-IS" dirty="0" smtClean="0"/>
              <a:t>Can you pair the numbers of the two sums to find a pattern?</a:t>
            </a:r>
          </a:p>
          <a:p>
            <a:r>
              <a:rPr lang="is-IS" dirty="0" smtClean="0"/>
              <a:t>Notice that we have 10 pairs, each pair adds up to 1+10 </a:t>
            </a:r>
          </a:p>
          <a:p>
            <a:r>
              <a:rPr lang="is-IS" dirty="0" smtClean="0"/>
              <a:t>Use this pattern we can easily find the sum of the two same sums;[10*(1+10)]</a:t>
            </a:r>
          </a:p>
          <a:p>
            <a:r>
              <a:rPr lang="is-IS" dirty="0" smtClean="0"/>
              <a:t>but we want one sum, the two sums are the same, so, divide the value by 2</a:t>
            </a:r>
          </a:p>
          <a:p>
            <a:r>
              <a:rPr lang="is-IS" dirty="0" smtClean="0"/>
              <a:t>We get the sum value: [10*(1+10)]/2.</a:t>
            </a:r>
          </a:p>
          <a:p>
            <a:endParaRPr lang="is-IS" dirty="0" smtClean="0"/>
          </a:p>
        </p:txBody>
      </p:sp>
    </p:spTree>
    <p:extLst>
      <p:ext uri="{BB962C8B-B14F-4D97-AF65-F5344CB8AC3E}">
        <p14:creationId xmlns:p14="http://schemas.microsoft.com/office/powerpoint/2010/main" val="7236044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1309" y="250034"/>
            <a:ext cx="9343303" cy="1280890"/>
          </a:xfrm>
        </p:spPr>
        <p:txBody>
          <a:bodyPr/>
          <a:lstStyle/>
          <a:p>
            <a:r>
              <a:rPr lang="en-US" altLang="zh-CN" dirty="0" smtClean="0"/>
              <a:t>Drive</a:t>
            </a:r>
            <a:r>
              <a:rPr lang="zh-CN" altLang="en-US" dirty="0" smtClean="0"/>
              <a:t> </a:t>
            </a:r>
            <a:r>
              <a:rPr lang="en-US" altLang="zh-CN" dirty="0" smtClean="0"/>
              <a:t>a</a:t>
            </a:r>
            <a:r>
              <a:rPr lang="zh-CN" altLang="en-US" dirty="0" smtClean="0"/>
              <a:t> </a:t>
            </a:r>
            <a:r>
              <a:rPr lang="en-US" altLang="zh-CN" dirty="0" smtClean="0"/>
              <a:t>generic</a:t>
            </a:r>
            <a:r>
              <a:rPr lang="zh-CN" altLang="en-US" dirty="0" smtClean="0"/>
              <a:t> </a:t>
            </a:r>
            <a:r>
              <a:rPr lang="en-US" altLang="zh-CN" dirty="0" smtClean="0"/>
              <a:t>formula</a:t>
            </a:r>
            <a:r>
              <a:rPr lang="zh-CN" altLang="en-US" dirty="0" smtClean="0"/>
              <a:t> </a:t>
            </a:r>
            <a:r>
              <a:rPr lang="en-US" altLang="zh-CN" dirty="0" smtClean="0"/>
              <a:t>in</a:t>
            </a:r>
            <a:r>
              <a:rPr lang="zh-CN" altLang="en-US" dirty="0" smtClean="0"/>
              <a:t> </a:t>
            </a:r>
            <a:r>
              <a:rPr lang="en-US" altLang="zh-CN" dirty="0" smtClean="0"/>
              <a:t>mathematical</a:t>
            </a:r>
            <a:r>
              <a:rPr lang="zh-CN" altLang="en-US" dirty="0" smtClean="0"/>
              <a:t> </a:t>
            </a:r>
            <a:r>
              <a:rPr lang="en-US" altLang="zh-CN" dirty="0" smtClean="0"/>
              <a:t>notation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61309" y="1634834"/>
            <a:ext cx="9343303" cy="5098475"/>
          </a:xfrm>
        </p:spPr>
        <p:txBody>
          <a:bodyPr/>
          <a:lstStyle/>
          <a:p>
            <a:r>
              <a:rPr lang="en-US" altLang="zh-CN" dirty="0" smtClean="0"/>
              <a:t>Remember</a:t>
            </a:r>
            <a:r>
              <a:rPr lang="zh-CN" altLang="en-US" dirty="0" smtClean="0"/>
              <a:t> </a:t>
            </a:r>
            <a:r>
              <a:rPr lang="en-US" altLang="zh-CN" dirty="0" smtClean="0"/>
              <a:t>our</a:t>
            </a:r>
            <a:r>
              <a:rPr lang="zh-CN" altLang="en-US" dirty="0" smtClean="0"/>
              <a:t> </a:t>
            </a:r>
            <a:r>
              <a:rPr lang="en-US" altLang="zh-CN" dirty="0" smtClean="0"/>
              <a:t>object</a:t>
            </a:r>
            <a:r>
              <a:rPr lang="zh-CN" altLang="en-US" dirty="0" smtClean="0"/>
              <a:t> </a:t>
            </a:r>
            <a:r>
              <a:rPr lang="en-US" altLang="zh-CN" dirty="0" smtClean="0"/>
              <a:t>is</a:t>
            </a:r>
            <a:r>
              <a:rPr lang="zh-CN" altLang="en-US" dirty="0" smtClean="0"/>
              <a:t> </a:t>
            </a:r>
            <a:r>
              <a:rPr lang="en-US" altLang="zh-CN" dirty="0" smtClean="0"/>
              <a:t>a</a:t>
            </a:r>
            <a:r>
              <a:rPr lang="zh-CN" altLang="en-US" dirty="0" smtClean="0"/>
              <a:t> </a:t>
            </a:r>
            <a:r>
              <a:rPr lang="en-US" altLang="zh-CN" dirty="0" smtClean="0"/>
              <a:t>series</a:t>
            </a:r>
            <a:r>
              <a:rPr lang="zh-CN" altLang="en-US" dirty="0" smtClean="0"/>
              <a:t> </a:t>
            </a:r>
            <a:r>
              <a:rPr lang="en-US" altLang="zh-CN" dirty="0" smtClean="0"/>
              <a:t>of</a:t>
            </a:r>
            <a:r>
              <a:rPr lang="zh-CN" altLang="en-US" dirty="0" smtClean="0"/>
              <a:t> </a:t>
            </a:r>
            <a:r>
              <a:rPr lang="en-US" altLang="zh-CN" dirty="0" smtClean="0"/>
              <a:t>numbers</a:t>
            </a:r>
            <a:r>
              <a:rPr lang="zh-CN" altLang="en-US" dirty="0" smtClean="0"/>
              <a:t> </a:t>
            </a:r>
            <a:r>
              <a:rPr lang="en-US" altLang="zh-CN" dirty="0" smtClean="0"/>
              <a:t>with</a:t>
            </a:r>
            <a:r>
              <a:rPr lang="zh-CN" altLang="en-US" dirty="0" smtClean="0"/>
              <a:t> </a:t>
            </a:r>
            <a:r>
              <a:rPr lang="en-US" altLang="zh-CN" dirty="0" smtClean="0"/>
              <a:t>a</a:t>
            </a:r>
            <a:r>
              <a:rPr lang="zh-CN" altLang="en-US" dirty="0" smtClean="0"/>
              <a:t> </a:t>
            </a:r>
            <a:r>
              <a:rPr lang="en-US" altLang="zh-CN" dirty="0" smtClean="0"/>
              <a:t>common</a:t>
            </a:r>
            <a:r>
              <a:rPr lang="zh-CN" altLang="en-US" dirty="0" smtClean="0"/>
              <a:t> </a:t>
            </a:r>
            <a:r>
              <a:rPr lang="en-US" altLang="zh-CN" dirty="0" smtClean="0"/>
              <a:t>difference</a:t>
            </a:r>
            <a:r>
              <a:rPr lang="zh-CN" altLang="en-US" dirty="0" smtClean="0"/>
              <a:t> </a:t>
            </a:r>
            <a:r>
              <a:rPr lang="en-US" altLang="zh-CN" dirty="0" smtClean="0"/>
              <a:t>between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consecutive</a:t>
            </a:r>
            <a:r>
              <a:rPr lang="zh-CN" altLang="en-US" dirty="0" smtClean="0"/>
              <a:t> </a:t>
            </a:r>
            <a:r>
              <a:rPr lang="en-US" altLang="zh-CN" dirty="0" smtClean="0"/>
              <a:t>terms.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aim</a:t>
            </a:r>
            <a:r>
              <a:rPr lang="zh-CN" altLang="en-US" dirty="0" smtClean="0"/>
              <a:t> </a:t>
            </a:r>
            <a:r>
              <a:rPr lang="en-US" altLang="zh-CN" dirty="0" smtClean="0"/>
              <a:t>is</a:t>
            </a:r>
            <a:r>
              <a:rPr lang="zh-CN" altLang="en-US" dirty="0" smtClean="0"/>
              <a:t>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 smtClean="0"/>
              <a:t>find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sum</a:t>
            </a:r>
            <a:r>
              <a:rPr lang="zh-CN" altLang="en-US" dirty="0" smtClean="0"/>
              <a:t> </a:t>
            </a:r>
            <a:r>
              <a:rPr lang="en-US" altLang="zh-CN" dirty="0" smtClean="0"/>
              <a:t>of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series</a:t>
            </a:r>
            <a:r>
              <a:rPr lang="zh-CN" altLang="en-US" dirty="0" smtClean="0"/>
              <a:t> </a:t>
            </a:r>
            <a:r>
              <a:rPr lang="en-US" altLang="zh-CN" dirty="0" smtClean="0"/>
              <a:t>of</a:t>
            </a:r>
            <a:r>
              <a:rPr lang="zh-CN" altLang="en-US" dirty="0" smtClean="0"/>
              <a:t> </a:t>
            </a:r>
            <a:r>
              <a:rPr lang="en-US" altLang="zh-CN" dirty="0" smtClean="0"/>
              <a:t>numbers.</a:t>
            </a:r>
            <a:r>
              <a:rPr lang="zh-CN" altLang="en-US" dirty="0" smtClean="0"/>
              <a:t> </a:t>
            </a:r>
            <a:endParaRPr lang="en-US" altLang="zh-CN" dirty="0" smtClean="0"/>
          </a:p>
          <a:p>
            <a:r>
              <a:rPr lang="en-US" altLang="zh-CN" dirty="0" smtClean="0"/>
              <a:t>Introduce</a:t>
            </a:r>
            <a:r>
              <a:rPr lang="zh-CN" altLang="en-US" dirty="0" smtClean="0"/>
              <a:t> </a:t>
            </a:r>
            <a:r>
              <a:rPr lang="en-US" altLang="zh-CN" dirty="0" smtClean="0"/>
              <a:t>mathematics</a:t>
            </a:r>
            <a:r>
              <a:rPr lang="zh-CN" altLang="en-US" dirty="0" smtClean="0"/>
              <a:t> </a:t>
            </a:r>
            <a:r>
              <a:rPr lang="en-US" altLang="zh-CN" dirty="0" smtClean="0"/>
              <a:t>notation,</a:t>
            </a:r>
            <a:r>
              <a:rPr lang="zh-CN" altLang="en-US" dirty="0" smtClean="0"/>
              <a:t> </a:t>
            </a:r>
            <a:r>
              <a:rPr lang="en-US" altLang="zh-CN" dirty="0" smtClean="0"/>
              <a:t>we</a:t>
            </a:r>
            <a:r>
              <a:rPr lang="zh-CN" altLang="en-US" dirty="0" smtClean="0"/>
              <a:t> </a:t>
            </a:r>
            <a:r>
              <a:rPr lang="en-US" altLang="zh-CN" dirty="0" smtClean="0"/>
              <a:t>want</a:t>
            </a:r>
            <a:r>
              <a:rPr lang="zh-CN" altLang="en-US" dirty="0" smtClean="0"/>
              <a:t>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 smtClean="0"/>
              <a:t>represent</a:t>
            </a:r>
            <a:r>
              <a:rPr lang="zh-CN" altLang="en-US" dirty="0" smtClean="0"/>
              <a:t> </a:t>
            </a:r>
            <a:r>
              <a:rPr lang="en-US" altLang="zh-CN" u="sng" dirty="0" smtClean="0"/>
              <a:t>each</a:t>
            </a:r>
            <a:r>
              <a:rPr lang="zh-CN" altLang="en-US" u="sng" dirty="0" smtClean="0"/>
              <a:t> </a:t>
            </a:r>
            <a:r>
              <a:rPr lang="en-US" altLang="zh-CN" u="sng" dirty="0" smtClean="0"/>
              <a:t>terms</a:t>
            </a:r>
            <a:r>
              <a:rPr lang="zh-CN" altLang="en-US" u="sng" dirty="0" smtClean="0"/>
              <a:t> </a:t>
            </a:r>
            <a:r>
              <a:rPr lang="en-US" altLang="zh-CN" u="sng" dirty="0" smtClean="0"/>
              <a:t>of</a:t>
            </a:r>
            <a:r>
              <a:rPr lang="zh-CN" altLang="en-US" u="sng" dirty="0" smtClean="0"/>
              <a:t> </a:t>
            </a:r>
            <a:r>
              <a:rPr lang="en-US" altLang="zh-CN" u="sng" dirty="0" smtClean="0"/>
              <a:t>the</a:t>
            </a:r>
            <a:r>
              <a:rPr lang="zh-CN" altLang="en-US" u="sng" dirty="0" smtClean="0"/>
              <a:t> </a:t>
            </a:r>
            <a:r>
              <a:rPr lang="en-US" altLang="zh-CN" u="sng" dirty="0" smtClean="0"/>
              <a:t>series</a:t>
            </a:r>
            <a:r>
              <a:rPr lang="zh-CN" altLang="en-US" u="sng" dirty="0" smtClean="0"/>
              <a:t> </a:t>
            </a:r>
            <a:r>
              <a:rPr lang="en-US" altLang="zh-CN" u="sng" dirty="0" smtClean="0"/>
              <a:t>of</a:t>
            </a:r>
            <a:r>
              <a:rPr lang="zh-CN" altLang="en-US" u="sng" dirty="0" smtClean="0"/>
              <a:t> </a:t>
            </a:r>
            <a:r>
              <a:rPr lang="en-US" altLang="zh-CN" u="sng" dirty="0" smtClean="0"/>
              <a:t>numbers</a:t>
            </a:r>
            <a:r>
              <a:rPr lang="en-US" altLang="zh-CN" dirty="0" smtClean="0"/>
              <a:t>,</a:t>
            </a:r>
            <a:r>
              <a:rPr lang="zh-CN" altLang="en-US" dirty="0" smtClean="0"/>
              <a:t> </a:t>
            </a:r>
            <a:r>
              <a:rPr lang="en-US" altLang="zh-CN" u="sng" dirty="0" smtClean="0"/>
              <a:t>a</a:t>
            </a:r>
            <a:r>
              <a:rPr lang="zh-CN" altLang="en-US" u="sng" dirty="0"/>
              <a:t> </a:t>
            </a:r>
            <a:r>
              <a:rPr lang="en-US" altLang="zh-CN" u="sng" dirty="0" smtClean="0"/>
              <a:t>common</a:t>
            </a:r>
            <a:r>
              <a:rPr lang="zh-CN" altLang="en-US" u="sng" dirty="0" smtClean="0"/>
              <a:t> </a:t>
            </a:r>
            <a:r>
              <a:rPr lang="en-US" altLang="zh-CN" u="sng" dirty="0" smtClean="0"/>
              <a:t>difference</a:t>
            </a:r>
            <a:r>
              <a:rPr lang="zh-CN" altLang="en-US" u="sng" dirty="0" smtClean="0"/>
              <a:t> </a:t>
            </a:r>
            <a:r>
              <a:rPr lang="en-US" altLang="zh-CN" u="sng" dirty="0" smtClean="0"/>
              <a:t>between</a:t>
            </a:r>
            <a:r>
              <a:rPr lang="zh-CN" altLang="en-US" u="sng" dirty="0" smtClean="0"/>
              <a:t> </a:t>
            </a:r>
            <a:r>
              <a:rPr lang="en-US" altLang="zh-CN" u="sng" dirty="0" smtClean="0"/>
              <a:t>the</a:t>
            </a:r>
            <a:r>
              <a:rPr lang="zh-CN" altLang="en-US" u="sng" dirty="0" smtClean="0"/>
              <a:t> </a:t>
            </a:r>
            <a:r>
              <a:rPr lang="en-US" altLang="zh-CN" u="sng" dirty="0" smtClean="0"/>
              <a:t>consecutive</a:t>
            </a:r>
            <a:r>
              <a:rPr lang="zh-CN" altLang="en-US" u="sng" dirty="0" smtClean="0"/>
              <a:t> </a:t>
            </a:r>
            <a:r>
              <a:rPr lang="en-US" altLang="zh-CN" u="sng" dirty="0" smtClean="0"/>
              <a:t>terms</a:t>
            </a:r>
            <a:r>
              <a:rPr lang="en-US" altLang="zh-CN" dirty="0" smtClean="0"/>
              <a:t>,</a:t>
            </a:r>
            <a:r>
              <a:rPr lang="zh-CN" altLang="en-US" dirty="0" smtClean="0"/>
              <a:t> </a:t>
            </a:r>
            <a:r>
              <a:rPr lang="en-US" altLang="zh-CN" u="sng" dirty="0" smtClean="0"/>
              <a:t>the</a:t>
            </a:r>
            <a:r>
              <a:rPr lang="zh-CN" altLang="en-US" u="sng" dirty="0" smtClean="0"/>
              <a:t> </a:t>
            </a:r>
            <a:r>
              <a:rPr lang="en-US" altLang="zh-CN" u="sng" dirty="0" smtClean="0"/>
              <a:t>number</a:t>
            </a:r>
            <a:r>
              <a:rPr lang="zh-CN" altLang="en-US" u="sng" dirty="0" smtClean="0"/>
              <a:t> </a:t>
            </a:r>
            <a:r>
              <a:rPr lang="en-US" altLang="zh-CN" u="sng" dirty="0" smtClean="0"/>
              <a:t>of</a:t>
            </a:r>
            <a:r>
              <a:rPr lang="zh-CN" altLang="en-US" u="sng" dirty="0" smtClean="0"/>
              <a:t> </a:t>
            </a:r>
            <a:r>
              <a:rPr lang="en-US" altLang="zh-CN" u="sng" dirty="0" smtClean="0"/>
              <a:t>terms</a:t>
            </a:r>
            <a:r>
              <a:rPr lang="zh-CN" altLang="en-US" u="sng" dirty="0" smtClean="0"/>
              <a:t> </a:t>
            </a:r>
            <a:r>
              <a:rPr lang="en-US" altLang="zh-CN" u="sng" dirty="0" smtClean="0"/>
              <a:t>in</a:t>
            </a:r>
            <a:r>
              <a:rPr lang="zh-CN" altLang="en-US" u="sng" dirty="0" smtClean="0"/>
              <a:t> </a:t>
            </a:r>
            <a:r>
              <a:rPr lang="en-US" altLang="zh-CN" u="sng" dirty="0" smtClean="0"/>
              <a:t>the</a:t>
            </a:r>
            <a:r>
              <a:rPr lang="zh-CN" altLang="en-US" u="sng" dirty="0" smtClean="0"/>
              <a:t> </a:t>
            </a:r>
            <a:r>
              <a:rPr lang="en-US" altLang="zh-CN" u="sng" dirty="0" smtClean="0"/>
              <a:t>series</a:t>
            </a:r>
            <a:r>
              <a:rPr lang="zh-CN" altLang="en-US" u="sng" dirty="0" smtClean="0"/>
              <a:t> </a:t>
            </a:r>
            <a:r>
              <a:rPr lang="en-US" altLang="zh-CN" u="sng" dirty="0" smtClean="0"/>
              <a:t>of</a:t>
            </a:r>
            <a:r>
              <a:rPr lang="zh-CN" altLang="en-US" u="sng" dirty="0" smtClean="0"/>
              <a:t> </a:t>
            </a:r>
            <a:r>
              <a:rPr lang="en-US" altLang="zh-CN" u="sng" dirty="0" smtClean="0"/>
              <a:t>numbers</a:t>
            </a:r>
            <a:r>
              <a:rPr lang="en-US" altLang="zh-CN" dirty="0" smtClean="0"/>
              <a:t>,</a:t>
            </a:r>
            <a:r>
              <a:rPr lang="zh-CN" altLang="en-US" dirty="0"/>
              <a:t> </a:t>
            </a:r>
            <a:r>
              <a:rPr lang="en-US" altLang="zh-CN" u="sng" dirty="0" smtClean="0"/>
              <a:t>the</a:t>
            </a:r>
            <a:r>
              <a:rPr lang="zh-CN" altLang="en-US" u="sng" dirty="0" smtClean="0"/>
              <a:t> </a:t>
            </a:r>
            <a:r>
              <a:rPr lang="en-US" altLang="zh-CN" u="sng" dirty="0" smtClean="0"/>
              <a:t>sum</a:t>
            </a:r>
            <a:r>
              <a:rPr lang="zh-CN" altLang="en-US" u="sng" dirty="0" smtClean="0"/>
              <a:t> </a:t>
            </a:r>
            <a:r>
              <a:rPr lang="en-US" altLang="zh-CN" u="sng" dirty="0" smtClean="0"/>
              <a:t>of</a:t>
            </a:r>
            <a:r>
              <a:rPr lang="zh-CN" altLang="en-US" u="sng" dirty="0" smtClean="0"/>
              <a:t> </a:t>
            </a:r>
            <a:r>
              <a:rPr lang="en-US" altLang="zh-CN" u="sng" dirty="0" smtClean="0"/>
              <a:t>the</a:t>
            </a:r>
            <a:r>
              <a:rPr lang="zh-CN" altLang="en-US" u="sng" dirty="0" smtClean="0"/>
              <a:t> </a:t>
            </a:r>
            <a:r>
              <a:rPr lang="en-US" altLang="zh-CN" u="sng" dirty="0" smtClean="0"/>
              <a:t>series</a:t>
            </a:r>
            <a:r>
              <a:rPr lang="zh-CN" altLang="en-US" u="sng" dirty="0" smtClean="0"/>
              <a:t> </a:t>
            </a:r>
            <a:r>
              <a:rPr lang="en-US" altLang="zh-CN" u="sng" dirty="0" smtClean="0"/>
              <a:t>of</a:t>
            </a:r>
            <a:r>
              <a:rPr lang="zh-CN" altLang="en-US" u="sng" dirty="0" smtClean="0"/>
              <a:t> </a:t>
            </a:r>
            <a:r>
              <a:rPr lang="en-US" altLang="zh-CN" u="sng" dirty="0" smtClean="0"/>
              <a:t>number</a:t>
            </a:r>
            <a:r>
              <a:rPr lang="en-US" altLang="zh-CN" dirty="0" smtClean="0"/>
              <a:t>.</a:t>
            </a:r>
          </a:p>
          <a:p>
            <a:r>
              <a:rPr lang="en-US" altLang="zh-CN" dirty="0" smtClean="0"/>
              <a:t>Denote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them</a:t>
            </a:r>
            <a:r>
              <a:rPr lang="zh-CN" altLang="en-US" dirty="0" smtClean="0"/>
              <a:t> </a:t>
            </a:r>
            <a:r>
              <a:rPr lang="en-US" altLang="zh-CN" dirty="0" smtClean="0"/>
              <a:t>respectively</a:t>
            </a:r>
            <a:r>
              <a:rPr lang="zh-CN" altLang="en-US" dirty="0" smtClean="0"/>
              <a:t> </a:t>
            </a:r>
            <a:r>
              <a:rPr lang="en-US" altLang="zh-CN" dirty="0" smtClean="0"/>
              <a:t>by</a:t>
            </a:r>
            <a:r>
              <a:rPr lang="zh-CN" altLang="en-US" dirty="0"/>
              <a:t> </a:t>
            </a:r>
            <a:r>
              <a:rPr lang="en-US" altLang="zh-CN" dirty="0"/>
              <a:t>(</a:t>
            </a:r>
            <a:r>
              <a:rPr lang="en-US" altLang="zh-CN" dirty="0" smtClean="0"/>
              <a:t>a_1,</a:t>
            </a:r>
            <a:r>
              <a:rPr lang="zh-CN" altLang="en-US" dirty="0" smtClean="0"/>
              <a:t> </a:t>
            </a:r>
            <a:r>
              <a:rPr lang="en-US" altLang="zh-CN" dirty="0" smtClean="0"/>
              <a:t>a_2,</a:t>
            </a:r>
            <a:r>
              <a:rPr lang="zh-CN" altLang="en-US" dirty="0" smtClean="0"/>
              <a:t> </a:t>
            </a:r>
            <a:r>
              <a:rPr lang="is-IS" altLang="zh-CN" dirty="0" smtClean="0"/>
              <a:t>…</a:t>
            </a:r>
            <a:r>
              <a:rPr lang="en-US" altLang="zh-CN" dirty="0" smtClean="0"/>
              <a:t>,</a:t>
            </a:r>
            <a:r>
              <a:rPr lang="zh-CN" altLang="en-US" dirty="0" smtClean="0"/>
              <a:t> </a:t>
            </a:r>
            <a:r>
              <a:rPr lang="en-US" altLang="zh-CN" dirty="0" err="1" smtClean="0"/>
              <a:t>a_n</a:t>
            </a:r>
            <a:r>
              <a:rPr lang="en-US" altLang="zh-CN" dirty="0" smtClean="0"/>
              <a:t>),</a:t>
            </a:r>
            <a:r>
              <a:rPr lang="zh-CN" altLang="en-US" dirty="0" smtClean="0"/>
              <a:t> </a:t>
            </a:r>
            <a:r>
              <a:rPr lang="en-US" altLang="zh-CN" dirty="0" smtClean="0"/>
              <a:t>(d),</a:t>
            </a:r>
            <a:r>
              <a:rPr lang="zh-CN" altLang="en-US" dirty="0"/>
              <a:t> </a:t>
            </a:r>
            <a:r>
              <a:rPr lang="en-US" altLang="zh-CN" dirty="0" smtClean="0"/>
              <a:t>(n),</a:t>
            </a:r>
            <a:r>
              <a:rPr lang="zh-CN" altLang="en-US" dirty="0" smtClean="0"/>
              <a:t> </a:t>
            </a:r>
            <a:r>
              <a:rPr lang="en-US" altLang="zh-CN" dirty="0" smtClean="0"/>
              <a:t>(S</a:t>
            </a:r>
            <a:r>
              <a:rPr lang="zh-CN" altLang="en-US" dirty="0" smtClean="0"/>
              <a:t> </a:t>
            </a:r>
            <a:r>
              <a:rPr lang="en-US" altLang="zh-CN" dirty="0" smtClean="0"/>
              <a:t>or</a:t>
            </a:r>
            <a:r>
              <a:rPr lang="zh-CN" altLang="en-US" dirty="0" smtClean="0"/>
              <a:t> </a:t>
            </a:r>
            <a:r>
              <a:rPr lang="en-US" altLang="zh-CN" dirty="0" err="1" smtClean="0"/>
              <a:t>S_n</a:t>
            </a:r>
            <a:r>
              <a:rPr lang="en-US" altLang="zh-CN" dirty="0" smtClean="0"/>
              <a:t>).</a:t>
            </a:r>
            <a:endParaRPr lang="en-US" altLang="zh-CN" dirty="0"/>
          </a:p>
          <a:p>
            <a:r>
              <a:rPr lang="en-US" altLang="zh-CN" dirty="0" smtClean="0"/>
              <a:t>Following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technique</a:t>
            </a:r>
            <a:r>
              <a:rPr lang="zh-CN" altLang="en-US" dirty="0" smtClean="0"/>
              <a:t> </a:t>
            </a:r>
            <a:r>
              <a:rPr lang="en-US" altLang="zh-CN" dirty="0" smtClean="0"/>
              <a:t>we</a:t>
            </a:r>
            <a:r>
              <a:rPr lang="zh-CN" altLang="en-US" dirty="0" smtClean="0"/>
              <a:t> </a:t>
            </a:r>
            <a:r>
              <a:rPr lang="en-US" altLang="zh-CN" dirty="0" smtClean="0"/>
              <a:t>used</a:t>
            </a:r>
            <a:r>
              <a:rPr lang="zh-CN" altLang="en-US" dirty="0" smtClean="0"/>
              <a:t> </a:t>
            </a:r>
            <a:r>
              <a:rPr lang="en-US" altLang="zh-CN" dirty="0" smtClean="0"/>
              <a:t>in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simple</a:t>
            </a:r>
            <a:r>
              <a:rPr lang="zh-CN" altLang="en-US" dirty="0" smtClean="0"/>
              <a:t> </a:t>
            </a:r>
            <a:r>
              <a:rPr lang="en-US" altLang="zh-CN" dirty="0" smtClean="0"/>
              <a:t>example,</a:t>
            </a:r>
            <a:r>
              <a:rPr lang="zh-CN" altLang="en-US" dirty="0" smtClean="0"/>
              <a:t> </a:t>
            </a:r>
            <a:r>
              <a:rPr lang="en-US" altLang="zh-CN" dirty="0" smtClean="0"/>
              <a:t>we</a:t>
            </a:r>
            <a:r>
              <a:rPr lang="zh-CN" altLang="en-US" dirty="0" smtClean="0"/>
              <a:t> </a:t>
            </a:r>
            <a:r>
              <a:rPr lang="en-US" altLang="zh-CN" dirty="0" smtClean="0"/>
              <a:t>have</a:t>
            </a:r>
          </a:p>
          <a:p>
            <a:r>
              <a:rPr lang="en-US" altLang="zh-CN" dirty="0" smtClean="0"/>
              <a:t>a_1+a_2+a_3+</a:t>
            </a:r>
            <a:r>
              <a:rPr lang="is-IS" altLang="zh-CN" dirty="0" smtClean="0"/>
              <a:t>…</a:t>
            </a:r>
            <a:r>
              <a:rPr lang="en-US" altLang="zh-CN" dirty="0" smtClean="0"/>
              <a:t>+a_{n-1}+a_{n-2}+a_{n}</a:t>
            </a:r>
          </a:p>
          <a:p>
            <a:r>
              <a:rPr lang="en-US" altLang="zh-CN" dirty="0"/>
              <a:t>a</a:t>
            </a:r>
            <a:r>
              <a:rPr lang="en-US" altLang="zh-CN" dirty="0" smtClean="0"/>
              <a:t>_{n}+a_{n-1}+a_{n-3}+</a:t>
            </a:r>
            <a:r>
              <a:rPr lang="is-IS" altLang="zh-CN" dirty="0" smtClean="0"/>
              <a:t>…</a:t>
            </a:r>
            <a:r>
              <a:rPr lang="en-US" altLang="zh-CN" dirty="0" smtClean="0"/>
              <a:t>+a_3+a_2+a_1</a:t>
            </a:r>
          </a:p>
          <a:p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sum</a:t>
            </a:r>
            <a:r>
              <a:rPr lang="zh-CN" altLang="en-US" dirty="0" smtClean="0"/>
              <a:t> </a:t>
            </a:r>
            <a:r>
              <a:rPr lang="en-US" altLang="zh-CN" dirty="0" smtClean="0"/>
              <a:t>of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two</a:t>
            </a:r>
            <a:r>
              <a:rPr lang="zh-CN" altLang="en-US" dirty="0" smtClean="0"/>
              <a:t> </a:t>
            </a:r>
            <a:r>
              <a:rPr lang="en-US" altLang="zh-CN" dirty="0" smtClean="0"/>
              <a:t>same</a:t>
            </a:r>
            <a:r>
              <a:rPr lang="zh-CN" altLang="en-US" dirty="0" smtClean="0"/>
              <a:t> </a:t>
            </a:r>
            <a:r>
              <a:rPr lang="en-US" altLang="zh-CN" dirty="0" smtClean="0"/>
              <a:t>sums</a:t>
            </a:r>
            <a:r>
              <a:rPr lang="zh-CN" altLang="en-US" dirty="0" smtClean="0"/>
              <a:t> </a:t>
            </a:r>
            <a:r>
              <a:rPr lang="en-US" altLang="zh-CN" dirty="0" smtClean="0"/>
              <a:t>is</a:t>
            </a:r>
            <a:r>
              <a:rPr lang="zh-CN" altLang="en-US" dirty="0" smtClean="0"/>
              <a:t> </a:t>
            </a:r>
            <a:r>
              <a:rPr lang="en-US" altLang="zh-CN" dirty="0" smtClean="0"/>
              <a:t>[n</a:t>
            </a:r>
            <a:r>
              <a:rPr lang="zh-CN" altLang="en-US" dirty="0" smtClean="0"/>
              <a:t> * </a:t>
            </a:r>
            <a:r>
              <a:rPr lang="en-US" altLang="zh-CN" dirty="0" smtClean="0"/>
              <a:t>(a_1+a_n)],</a:t>
            </a:r>
          </a:p>
          <a:p>
            <a:r>
              <a:rPr lang="en-US" altLang="zh-CN" dirty="0" smtClean="0"/>
              <a:t>We</a:t>
            </a:r>
            <a:r>
              <a:rPr lang="zh-CN" altLang="en-US" dirty="0" smtClean="0"/>
              <a:t> </a:t>
            </a:r>
            <a:r>
              <a:rPr lang="en-US" altLang="zh-CN" dirty="0" smtClean="0"/>
              <a:t>are</a:t>
            </a:r>
            <a:r>
              <a:rPr lang="zh-CN" altLang="en-US" dirty="0" smtClean="0"/>
              <a:t> </a:t>
            </a:r>
            <a:r>
              <a:rPr lang="en-US" altLang="zh-CN" dirty="0" smtClean="0"/>
              <a:t>only</a:t>
            </a:r>
            <a:r>
              <a:rPr lang="zh-CN" altLang="en-US" dirty="0" smtClean="0"/>
              <a:t> </a:t>
            </a:r>
            <a:r>
              <a:rPr lang="en-US" altLang="zh-CN" dirty="0" smtClean="0"/>
              <a:t>interested</a:t>
            </a:r>
            <a:r>
              <a:rPr lang="zh-CN" altLang="en-US" dirty="0" smtClean="0"/>
              <a:t> </a:t>
            </a:r>
            <a:r>
              <a:rPr lang="en-US" altLang="zh-CN" dirty="0" smtClean="0"/>
              <a:t>one</a:t>
            </a:r>
            <a:r>
              <a:rPr lang="zh-CN" altLang="en-US" dirty="0" smtClean="0"/>
              <a:t> </a:t>
            </a:r>
            <a:r>
              <a:rPr lang="en-US" altLang="zh-CN" dirty="0" smtClean="0"/>
              <a:t>sum</a:t>
            </a:r>
            <a:r>
              <a:rPr lang="zh-CN" altLang="en-US" dirty="0"/>
              <a:t> </a:t>
            </a:r>
            <a:r>
              <a:rPr lang="en-US" altLang="zh-CN" dirty="0" smtClean="0"/>
              <a:t>value,</a:t>
            </a:r>
            <a:r>
              <a:rPr lang="zh-CN" altLang="en-US" dirty="0" smtClean="0"/>
              <a:t> </a:t>
            </a:r>
            <a:r>
              <a:rPr lang="en-US" altLang="zh-CN" dirty="0" smtClean="0"/>
              <a:t>that</a:t>
            </a:r>
            <a:r>
              <a:rPr lang="zh-CN" altLang="en-US" dirty="0" smtClean="0"/>
              <a:t> </a:t>
            </a:r>
            <a:r>
              <a:rPr lang="en-US" altLang="zh-CN" dirty="0" smtClean="0"/>
              <a:t>is</a:t>
            </a:r>
            <a:r>
              <a:rPr lang="zh-CN" altLang="en-US" dirty="0" smtClean="0"/>
              <a:t>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 smtClean="0"/>
              <a:t>divide</a:t>
            </a:r>
            <a:r>
              <a:rPr lang="zh-CN" altLang="en-US" dirty="0" smtClean="0"/>
              <a:t> </a:t>
            </a:r>
            <a:r>
              <a:rPr lang="en-US" altLang="zh-CN" dirty="0" smtClean="0"/>
              <a:t>by</a:t>
            </a:r>
            <a:r>
              <a:rPr lang="zh-CN" altLang="en-US" dirty="0" smtClean="0"/>
              <a:t> </a:t>
            </a:r>
            <a:r>
              <a:rPr lang="en-US" altLang="zh-CN" dirty="0" smtClean="0"/>
              <a:t>2</a:t>
            </a:r>
          </a:p>
          <a:p>
            <a:r>
              <a:rPr lang="en-US" altLang="zh-CN" dirty="0" smtClean="0"/>
              <a:t>We</a:t>
            </a:r>
            <a:r>
              <a:rPr lang="zh-CN" altLang="en-US" dirty="0" smtClean="0"/>
              <a:t> </a:t>
            </a:r>
            <a:r>
              <a:rPr lang="en-US" altLang="zh-CN" dirty="0" smtClean="0"/>
              <a:t>get:</a:t>
            </a:r>
            <a:r>
              <a:rPr lang="zh-CN" altLang="en-US" dirty="0" smtClean="0"/>
              <a:t> </a:t>
            </a:r>
            <a:r>
              <a:rPr lang="en-US" altLang="zh-CN" dirty="0" smtClean="0"/>
              <a:t>S</a:t>
            </a:r>
            <a:r>
              <a:rPr lang="zh-CN" altLang="en-US" dirty="0" smtClean="0"/>
              <a:t> ＝</a:t>
            </a:r>
            <a:r>
              <a:rPr lang="en-US" altLang="zh-CN" dirty="0"/>
              <a:t> </a:t>
            </a:r>
            <a:r>
              <a:rPr lang="en-US" altLang="zh-CN" dirty="0" err="1" smtClean="0"/>
              <a:t>S_n</a:t>
            </a:r>
            <a:r>
              <a:rPr lang="zh-CN" altLang="en-US" dirty="0" smtClean="0"/>
              <a:t> </a:t>
            </a:r>
            <a:r>
              <a:rPr lang="en-US" altLang="zh-CN" dirty="0" smtClean="0"/>
              <a:t>=</a:t>
            </a:r>
            <a:r>
              <a:rPr lang="zh-CN" altLang="en-US" dirty="0" smtClean="0"/>
              <a:t> </a:t>
            </a:r>
            <a:r>
              <a:rPr lang="en-US" altLang="zh-CN" dirty="0" smtClean="0"/>
              <a:t>[n</a:t>
            </a:r>
            <a:r>
              <a:rPr lang="zh-CN" altLang="en-US" dirty="0" smtClean="0"/>
              <a:t> </a:t>
            </a:r>
            <a:r>
              <a:rPr lang="zh-CN" altLang="en-US" dirty="0"/>
              <a:t>* </a:t>
            </a:r>
            <a:r>
              <a:rPr lang="en-US" altLang="zh-CN" dirty="0"/>
              <a:t>(a_1+a_n</a:t>
            </a:r>
            <a:r>
              <a:rPr lang="en-US" altLang="zh-CN" dirty="0" smtClean="0"/>
              <a:t>)]/2</a:t>
            </a:r>
            <a:r>
              <a:rPr lang="zh-CN" altLang="en-US" dirty="0" smtClean="0"/>
              <a:t> </a:t>
            </a:r>
            <a:endParaRPr lang="en-US" altLang="zh-CN" dirty="0" smtClean="0"/>
          </a:p>
          <a:p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5659367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8071" y="208470"/>
            <a:ext cx="8911687" cy="1280890"/>
          </a:xfrm>
        </p:spPr>
        <p:txBody>
          <a:bodyPr/>
          <a:lstStyle/>
          <a:p>
            <a:r>
              <a:rPr lang="en-US" altLang="zh-CN" dirty="0" smtClean="0"/>
              <a:t>Two</a:t>
            </a:r>
            <a:r>
              <a:rPr lang="zh-CN" altLang="en-US" dirty="0" smtClean="0"/>
              <a:t> </a:t>
            </a:r>
            <a:r>
              <a:rPr lang="en-US" altLang="zh-CN" dirty="0" smtClean="0"/>
              <a:t>exercise</a:t>
            </a:r>
            <a:r>
              <a:rPr lang="zh-CN" altLang="en-US" dirty="0" smtClean="0"/>
              <a:t> </a:t>
            </a:r>
            <a:r>
              <a:rPr lang="en-US" altLang="zh-CN" dirty="0" smtClean="0"/>
              <a:t>examples</a:t>
            </a:r>
            <a:r>
              <a:rPr lang="zh-CN" altLang="en-US" dirty="0" smtClean="0"/>
              <a:t> </a:t>
            </a:r>
            <a:r>
              <a:rPr lang="en-US" altLang="zh-CN" dirty="0" smtClean="0"/>
              <a:t>of</a:t>
            </a:r>
            <a:r>
              <a:rPr lang="zh-CN" altLang="en-US" dirty="0" smtClean="0"/>
              <a:t> </a:t>
            </a:r>
            <a:r>
              <a:rPr lang="en-US" altLang="zh-CN" dirty="0" smtClean="0"/>
              <a:t>using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/>
              <a:t> </a:t>
            </a:r>
            <a:r>
              <a:rPr lang="en-US" altLang="zh-CN" dirty="0" smtClean="0"/>
              <a:t>formula</a:t>
            </a:r>
            <a:r>
              <a:rPr lang="zh-CN" alt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98071" y="1738744"/>
            <a:ext cx="9306541" cy="4890658"/>
          </a:xfrm>
        </p:spPr>
        <p:txBody>
          <a:bodyPr/>
          <a:lstStyle/>
          <a:p>
            <a:r>
              <a:rPr lang="en-US" altLang="zh-CN" dirty="0" smtClean="0"/>
              <a:t>Question1:</a:t>
            </a:r>
            <a:r>
              <a:rPr lang="zh-CN" altLang="en-US" dirty="0" smtClean="0"/>
              <a:t> </a:t>
            </a:r>
            <a:r>
              <a:rPr lang="en-US" altLang="zh-CN" dirty="0" smtClean="0"/>
              <a:t>find</a:t>
            </a:r>
            <a:r>
              <a:rPr lang="zh-CN" altLang="en-US" dirty="0" smtClean="0"/>
              <a:t> </a:t>
            </a:r>
            <a:r>
              <a:rPr lang="en-US" altLang="zh-CN" dirty="0" smtClean="0"/>
              <a:t>a</a:t>
            </a:r>
            <a:r>
              <a:rPr lang="zh-CN" altLang="en-US" dirty="0" smtClean="0"/>
              <a:t> </a:t>
            </a:r>
            <a:r>
              <a:rPr lang="en-US" altLang="zh-CN" dirty="0" smtClean="0"/>
              <a:t>sum</a:t>
            </a:r>
            <a:r>
              <a:rPr lang="zh-CN" altLang="en-US" dirty="0" smtClean="0"/>
              <a:t> </a:t>
            </a:r>
            <a:r>
              <a:rPr lang="en-US" altLang="zh-CN" dirty="0" smtClean="0"/>
              <a:t>of</a:t>
            </a:r>
            <a:r>
              <a:rPr lang="zh-CN" altLang="en-US" dirty="0" smtClean="0"/>
              <a:t> </a:t>
            </a:r>
            <a:r>
              <a:rPr lang="en-US" altLang="zh-CN" dirty="0" smtClean="0"/>
              <a:t>4+7+10+</a:t>
            </a:r>
            <a:r>
              <a:rPr lang="is-IS" altLang="zh-CN" dirty="0" smtClean="0"/>
              <a:t>…</a:t>
            </a:r>
            <a:r>
              <a:rPr lang="en-US" altLang="zh-CN" dirty="0" smtClean="0"/>
              <a:t>+100</a:t>
            </a:r>
            <a:r>
              <a:rPr lang="zh-CN" altLang="en-US" dirty="0" smtClean="0"/>
              <a:t> </a:t>
            </a:r>
            <a:r>
              <a:rPr lang="en-US" altLang="zh-CN" dirty="0" smtClean="0"/>
              <a:t>which</a:t>
            </a:r>
            <a:r>
              <a:rPr lang="zh-CN" altLang="en-US" dirty="0" smtClean="0"/>
              <a:t> </a:t>
            </a:r>
            <a:r>
              <a:rPr lang="en-US" altLang="zh-CN" dirty="0" smtClean="0"/>
              <a:t>are</a:t>
            </a:r>
            <a:r>
              <a:rPr lang="zh-CN" altLang="en-US" dirty="0" smtClean="0"/>
              <a:t> </a:t>
            </a:r>
            <a:r>
              <a:rPr lang="en-US" altLang="zh-CN" dirty="0" smtClean="0"/>
              <a:t>a</a:t>
            </a:r>
            <a:r>
              <a:rPr lang="zh-CN" altLang="en-US" dirty="0" smtClean="0"/>
              <a:t> </a:t>
            </a:r>
            <a:r>
              <a:rPr lang="en-US" altLang="zh-CN" dirty="0" smtClean="0"/>
              <a:t>series</a:t>
            </a:r>
            <a:r>
              <a:rPr lang="zh-CN" altLang="en-US" dirty="0" smtClean="0"/>
              <a:t> </a:t>
            </a:r>
            <a:r>
              <a:rPr lang="en-US" altLang="zh-CN" dirty="0" smtClean="0"/>
              <a:t>of</a:t>
            </a:r>
            <a:r>
              <a:rPr lang="zh-CN" altLang="en-US" dirty="0" smtClean="0"/>
              <a:t> </a:t>
            </a:r>
            <a:r>
              <a:rPr lang="en-US" altLang="zh-CN" dirty="0" smtClean="0"/>
              <a:t>numbers</a:t>
            </a:r>
            <a:r>
              <a:rPr lang="zh-CN" altLang="en-US" dirty="0" smtClean="0"/>
              <a:t> </a:t>
            </a:r>
            <a:r>
              <a:rPr lang="en-US" altLang="zh-CN" dirty="0" smtClean="0"/>
              <a:t>with</a:t>
            </a:r>
            <a:r>
              <a:rPr lang="zh-CN" altLang="en-US" dirty="0" smtClean="0"/>
              <a:t> </a:t>
            </a:r>
            <a:r>
              <a:rPr lang="en-US" altLang="zh-CN" dirty="0" smtClean="0"/>
              <a:t>constant</a:t>
            </a:r>
            <a:r>
              <a:rPr lang="zh-CN" altLang="en-US" dirty="0" smtClean="0"/>
              <a:t> </a:t>
            </a:r>
            <a:r>
              <a:rPr lang="en-US" altLang="zh-CN" dirty="0" smtClean="0"/>
              <a:t>consecutive</a:t>
            </a:r>
            <a:r>
              <a:rPr lang="zh-CN" altLang="en-US" dirty="0" smtClean="0"/>
              <a:t> </a:t>
            </a:r>
            <a:r>
              <a:rPr lang="en-US" altLang="zh-CN" dirty="0" smtClean="0"/>
              <a:t>difference.</a:t>
            </a:r>
          </a:p>
          <a:p>
            <a:r>
              <a:rPr lang="en-US" altLang="zh-CN" dirty="0" smtClean="0"/>
              <a:t>Tips:</a:t>
            </a:r>
            <a:r>
              <a:rPr lang="zh-CN" altLang="en-US" dirty="0" smtClean="0"/>
              <a:t> </a:t>
            </a:r>
            <a:r>
              <a:rPr lang="en-US" altLang="zh-CN" dirty="0" smtClean="0"/>
              <a:t>already</a:t>
            </a:r>
            <a:r>
              <a:rPr lang="zh-CN" altLang="en-US" dirty="0" smtClean="0"/>
              <a:t> </a:t>
            </a:r>
            <a:r>
              <a:rPr lang="en-US" altLang="zh-CN" dirty="0" smtClean="0"/>
              <a:t>know</a:t>
            </a:r>
            <a:r>
              <a:rPr lang="zh-CN" altLang="en-US" dirty="0" smtClean="0"/>
              <a:t> </a:t>
            </a:r>
            <a:r>
              <a:rPr lang="en-US" altLang="zh-CN" dirty="0" smtClean="0"/>
              <a:t>it</a:t>
            </a:r>
            <a:r>
              <a:rPr lang="zh-CN" altLang="en-US" dirty="0" smtClean="0"/>
              <a:t> </a:t>
            </a:r>
            <a:r>
              <a:rPr lang="en-US" altLang="zh-CN" dirty="0" smtClean="0"/>
              <a:t>is</a:t>
            </a:r>
            <a:r>
              <a:rPr lang="zh-CN" altLang="en-US" dirty="0" smtClean="0"/>
              <a:t> </a:t>
            </a:r>
            <a:r>
              <a:rPr lang="en-US" altLang="zh-CN" dirty="0" smtClean="0"/>
              <a:t>a</a:t>
            </a:r>
            <a:r>
              <a:rPr lang="zh-CN" altLang="en-US" dirty="0" smtClean="0"/>
              <a:t> </a:t>
            </a:r>
            <a:r>
              <a:rPr lang="en-US" altLang="zh-CN" dirty="0" smtClean="0"/>
              <a:t>series</a:t>
            </a:r>
            <a:r>
              <a:rPr lang="zh-CN" altLang="en-US" dirty="0" smtClean="0"/>
              <a:t> </a:t>
            </a:r>
            <a:r>
              <a:rPr lang="en-US" altLang="zh-CN" dirty="0" smtClean="0"/>
              <a:t>of</a:t>
            </a:r>
            <a:r>
              <a:rPr lang="zh-CN" altLang="en-US" dirty="0" smtClean="0"/>
              <a:t> </a:t>
            </a:r>
            <a:r>
              <a:rPr lang="en-US" altLang="zh-CN" dirty="0" smtClean="0"/>
              <a:t>numbers</a:t>
            </a:r>
            <a:r>
              <a:rPr lang="zh-CN" altLang="en-US" dirty="0" smtClean="0"/>
              <a:t> </a:t>
            </a:r>
            <a:r>
              <a:rPr lang="en-US" altLang="zh-CN" dirty="0" smtClean="0"/>
              <a:t>with</a:t>
            </a:r>
            <a:r>
              <a:rPr lang="zh-CN" altLang="en-US" dirty="0" smtClean="0"/>
              <a:t> </a:t>
            </a:r>
            <a:r>
              <a:rPr lang="en-US" altLang="zh-CN" dirty="0" smtClean="0"/>
              <a:t>common</a:t>
            </a:r>
            <a:r>
              <a:rPr lang="zh-CN" altLang="en-US" dirty="0" smtClean="0"/>
              <a:t> </a:t>
            </a:r>
            <a:r>
              <a:rPr lang="en-US" altLang="zh-CN" dirty="0" smtClean="0"/>
              <a:t>difference,</a:t>
            </a:r>
            <a:r>
              <a:rPr lang="zh-CN" altLang="en-US" dirty="0" smtClean="0"/>
              <a:t> </a:t>
            </a:r>
            <a:r>
              <a:rPr lang="en-US" altLang="zh-CN" dirty="0" smtClean="0"/>
              <a:t>directly</a:t>
            </a:r>
            <a:r>
              <a:rPr lang="zh-CN" altLang="en-US" dirty="0" smtClean="0"/>
              <a:t> </a:t>
            </a:r>
            <a:r>
              <a:rPr lang="en-US" altLang="zh-CN" dirty="0" smtClean="0"/>
              <a:t>apply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formula.</a:t>
            </a:r>
            <a:r>
              <a:rPr lang="zh-CN" altLang="en-US" dirty="0" smtClean="0"/>
              <a:t> </a:t>
            </a:r>
            <a:r>
              <a:rPr lang="en-US" altLang="zh-CN" dirty="0" smtClean="0"/>
              <a:t>But</a:t>
            </a:r>
            <a:r>
              <a:rPr lang="zh-CN" altLang="en-US" dirty="0" smtClean="0"/>
              <a:t> </a:t>
            </a:r>
            <a:r>
              <a:rPr lang="en-US" altLang="zh-CN" dirty="0" smtClean="0"/>
              <a:t>no</a:t>
            </a:r>
            <a:r>
              <a:rPr lang="zh-CN" altLang="en-US" dirty="0" smtClean="0"/>
              <a:t> </a:t>
            </a:r>
            <a:r>
              <a:rPr lang="en-US" altLang="zh-CN" dirty="0" smtClean="0"/>
              <a:t>number</a:t>
            </a:r>
            <a:r>
              <a:rPr lang="zh-CN" altLang="en-US" dirty="0" smtClean="0"/>
              <a:t> </a:t>
            </a:r>
            <a:r>
              <a:rPr lang="en-US" altLang="zh-CN" dirty="0" smtClean="0"/>
              <a:t>of</a:t>
            </a:r>
            <a:r>
              <a:rPr lang="zh-CN" altLang="en-US" dirty="0" smtClean="0"/>
              <a:t> </a:t>
            </a:r>
            <a:r>
              <a:rPr lang="en-US" altLang="zh-CN" dirty="0" smtClean="0"/>
              <a:t>terms,</a:t>
            </a:r>
            <a:r>
              <a:rPr lang="zh-CN" altLang="en-US" dirty="0" smtClean="0"/>
              <a:t> </a:t>
            </a:r>
            <a:r>
              <a:rPr lang="en-US" altLang="zh-CN" dirty="0" smtClean="0"/>
              <a:t>need</a:t>
            </a:r>
            <a:r>
              <a:rPr lang="zh-CN" altLang="en-US" dirty="0" smtClean="0"/>
              <a:t>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 smtClean="0"/>
              <a:t>work</a:t>
            </a:r>
            <a:r>
              <a:rPr lang="zh-CN" altLang="en-US" dirty="0" smtClean="0"/>
              <a:t> </a:t>
            </a:r>
            <a:r>
              <a:rPr lang="en-US" altLang="zh-CN" dirty="0" smtClean="0"/>
              <a:t>out</a:t>
            </a:r>
            <a:r>
              <a:rPr lang="zh-CN" altLang="en-US" dirty="0" smtClean="0"/>
              <a:t> </a:t>
            </a:r>
            <a:r>
              <a:rPr lang="en-US" altLang="zh-CN" dirty="0" smtClean="0"/>
              <a:t>from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last</a:t>
            </a:r>
            <a:r>
              <a:rPr lang="zh-CN" altLang="en-US" dirty="0" smtClean="0"/>
              <a:t> </a:t>
            </a:r>
            <a:r>
              <a:rPr lang="en-US" altLang="zh-CN" dirty="0" smtClean="0"/>
              <a:t>number</a:t>
            </a:r>
            <a:r>
              <a:rPr lang="zh-CN" altLang="en-US" dirty="0" smtClean="0"/>
              <a:t> </a:t>
            </a:r>
            <a:r>
              <a:rPr lang="en-US" altLang="zh-CN" dirty="0" smtClean="0"/>
              <a:t>100.</a:t>
            </a:r>
            <a:r>
              <a:rPr lang="zh-CN" altLang="en-US" dirty="0" smtClean="0"/>
              <a:t> </a:t>
            </a:r>
            <a:endParaRPr lang="en-US" altLang="zh-CN" dirty="0"/>
          </a:p>
          <a:p>
            <a:r>
              <a:rPr lang="en-US" altLang="zh-CN" dirty="0" smtClean="0"/>
              <a:t>a_1</a:t>
            </a:r>
            <a:r>
              <a:rPr lang="zh-CN" altLang="en-US" dirty="0" smtClean="0"/>
              <a:t> </a:t>
            </a:r>
            <a:r>
              <a:rPr lang="en-US" altLang="zh-CN" dirty="0" smtClean="0"/>
              <a:t>=</a:t>
            </a:r>
            <a:r>
              <a:rPr lang="zh-CN" altLang="en-US" dirty="0" smtClean="0"/>
              <a:t> </a:t>
            </a:r>
            <a:r>
              <a:rPr lang="en-US" altLang="zh-CN" dirty="0" smtClean="0"/>
              <a:t>4,</a:t>
            </a:r>
            <a:r>
              <a:rPr lang="zh-CN" altLang="en-US" dirty="0" smtClean="0"/>
              <a:t> </a:t>
            </a:r>
            <a:r>
              <a:rPr lang="en-US" altLang="zh-CN" dirty="0" smtClean="0"/>
              <a:t>d</a:t>
            </a:r>
            <a:r>
              <a:rPr lang="zh-CN" altLang="en-US" dirty="0" smtClean="0"/>
              <a:t> </a:t>
            </a:r>
            <a:r>
              <a:rPr lang="en-US" altLang="zh-CN" dirty="0" smtClean="0"/>
              <a:t>=</a:t>
            </a:r>
            <a:r>
              <a:rPr lang="zh-CN" altLang="en-US" dirty="0" smtClean="0"/>
              <a:t> </a:t>
            </a:r>
            <a:r>
              <a:rPr lang="en-US" altLang="zh-CN" dirty="0" smtClean="0"/>
              <a:t>7-4</a:t>
            </a:r>
            <a:r>
              <a:rPr lang="zh-CN" altLang="en-US" dirty="0" smtClean="0"/>
              <a:t> </a:t>
            </a:r>
            <a:r>
              <a:rPr lang="en-US" altLang="zh-CN" dirty="0" smtClean="0"/>
              <a:t>=3.</a:t>
            </a:r>
            <a:r>
              <a:rPr lang="zh-CN" altLang="en-US" dirty="0" smtClean="0"/>
              <a:t> </a:t>
            </a:r>
            <a:r>
              <a:rPr lang="en-US" altLang="zh-CN" dirty="0" err="1" smtClean="0"/>
              <a:t>a_n</a:t>
            </a:r>
            <a:r>
              <a:rPr lang="en-US" altLang="zh-CN" dirty="0" smtClean="0"/>
              <a:t>=100</a:t>
            </a:r>
            <a:r>
              <a:rPr lang="zh-CN" altLang="en-US" dirty="0" smtClean="0"/>
              <a:t> </a:t>
            </a:r>
            <a:r>
              <a:rPr lang="en-US" altLang="zh-CN" dirty="0" smtClean="0"/>
              <a:t>=</a:t>
            </a:r>
            <a:r>
              <a:rPr lang="zh-CN" altLang="en-US" dirty="0" smtClean="0"/>
              <a:t> </a:t>
            </a:r>
            <a:r>
              <a:rPr lang="en-US" altLang="zh-CN" dirty="0" smtClean="0"/>
              <a:t>a_1</a:t>
            </a:r>
            <a:r>
              <a:rPr lang="zh-CN" altLang="en-US" dirty="0" smtClean="0"/>
              <a:t> </a:t>
            </a:r>
            <a:r>
              <a:rPr lang="en-US" altLang="zh-CN" dirty="0" smtClean="0"/>
              <a:t>+</a:t>
            </a:r>
            <a:r>
              <a:rPr lang="zh-CN" altLang="en-US" dirty="0" smtClean="0"/>
              <a:t> </a:t>
            </a:r>
            <a:r>
              <a:rPr lang="en-US" altLang="zh-CN" dirty="0" smtClean="0"/>
              <a:t>(n-1)</a:t>
            </a:r>
            <a:r>
              <a:rPr lang="zh-CN" altLang="en-US" dirty="0" smtClean="0"/>
              <a:t> * </a:t>
            </a:r>
            <a:r>
              <a:rPr lang="en-US" altLang="zh-CN" dirty="0" smtClean="0"/>
              <a:t>d</a:t>
            </a:r>
            <a:r>
              <a:rPr lang="zh-CN" altLang="en-US" dirty="0" smtClean="0"/>
              <a:t> </a:t>
            </a:r>
            <a:r>
              <a:rPr lang="en-US" altLang="zh-CN" dirty="0" smtClean="0"/>
              <a:t>=4+(n-1)</a:t>
            </a:r>
            <a:r>
              <a:rPr lang="zh-CN" altLang="en-US" dirty="0" smtClean="0"/>
              <a:t> * </a:t>
            </a:r>
            <a:r>
              <a:rPr lang="en-US" altLang="zh-CN" dirty="0" smtClean="0"/>
              <a:t>3</a:t>
            </a:r>
            <a:r>
              <a:rPr lang="zh-CN" altLang="en-US" dirty="0" smtClean="0"/>
              <a:t> </a:t>
            </a:r>
            <a:r>
              <a:rPr lang="en-US" altLang="zh-CN" dirty="0" smtClean="0"/>
              <a:t>=100,</a:t>
            </a:r>
            <a:r>
              <a:rPr lang="zh-CN" altLang="en-US" dirty="0" smtClean="0"/>
              <a:t> </a:t>
            </a:r>
            <a:r>
              <a:rPr lang="en-US" altLang="zh-CN" dirty="0" smtClean="0"/>
              <a:t>get</a:t>
            </a:r>
            <a:r>
              <a:rPr lang="zh-CN" altLang="en-US" dirty="0" smtClean="0"/>
              <a:t> </a:t>
            </a:r>
            <a:r>
              <a:rPr lang="en-US" altLang="zh-CN" dirty="0" smtClean="0"/>
              <a:t>n=33,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then</a:t>
            </a:r>
            <a:r>
              <a:rPr lang="zh-CN" altLang="en-US" dirty="0" smtClean="0"/>
              <a:t> </a:t>
            </a:r>
            <a:r>
              <a:rPr lang="en-US" altLang="zh-CN" dirty="0" smtClean="0"/>
              <a:t>apply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formula.</a:t>
            </a:r>
          </a:p>
          <a:p>
            <a:r>
              <a:rPr lang="en-US" altLang="zh-CN" dirty="0" smtClean="0"/>
              <a:t>Question</a:t>
            </a:r>
            <a:r>
              <a:rPr lang="zh-CN" altLang="en-US" dirty="0" smtClean="0"/>
              <a:t> </a:t>
            </a:r>
            <a:r>
              <a:rPr lang="en-US" altLang="zh-CN" dirty="0" smtClean="0"/>
              <a:t>2:</a:t>
            </a:r>
            <a:r>
              <a:rPr lang="zh-CN" altLang="en-US" dirty="0" smtClean="0"/>
              <a:t>  </a:t>
            </a:r>
            <a:r>
              <a:rPr lang="en-US" altLang="zh-CN" dirty="0" smtClean="0"/>
              <a:t>given</a:t>
            </a:r>
            <a:r>
              <a:rPr lang="zh-CN" altLang="en-US" dirty="0" smtClean="0"/>
              <a:t> </a:t>
            </a:r>
            <a:r>
              <a:rPr lang="en-US" altLang="zh-CN" dirty="0" smtClean="0"/>
              <a:t>42+38+34+</a:t>
            </a:r>
            <a:r>
              <a:rPr lang="is-IS" altLang="zh-CN" dirty="0" smtClean="0"/>
              <a:t>…</a:t>
            </a:r>
            <a:r>
              <a:rPr lang="en-US" altLang="zh-CN" dirty="0" smtClean="0"/>
              <a:t>,</a:t>
            </a:r>
            <a:r>
              <a:rPr lang="zh-CN" altLang="en-US" dirty="0" smtClean="0"/>
              <a:t> </a:t>
            </a:r>
            <a:r>
              <a:rPr lang="en-US" altLang="zh-CN" dirty="0" smtClean="0"/>
              <a:t>which</a:t>
            </a:r>
            <a:r>
              <a:rPr lang="zh-CN" altLang="en-US" dirty="0" smtClean="0"/>
              <a:t> </a:t>
            </a:r>
            <a:r>
              <a:rPr lang="en-US" altLang="zh-CN" dirty="0" smtClean="0"/>
              <a:t>has</a:t>
            </a:r>
            <a:r>
              <a:rPr lang="zh-CN" altLang="en-US" dirty="0" smtClean="0"/>
              <a:t> </a:t>
            </a:r>
            <a:r>
              <a:rPr lang="en-US" altLang="zh-CN" dirty="0" smtClean="0"/>
              <a:t>a</a:t>
            </a:r>
            <a:r>
              <a:rPr lang="zh-CN" altLang="en-US" dirty="0" smtClean="0"/>
              <a:t> </a:t>
            </a:r>
            <a:r>
              <a:rPr lang="en-US" altLang="zh-CN" dirty="0" smtClean="0"/>
              <a:t>series</a:t>
            </a:r>
            <a:r>
              <a:rPr lang="zh-CN" altLang="en-US" dirty="0" smtClean="0"/>
              <a:t> </a:t>
            </a:r>
            <a:r>
              <a:rPr lang="en-US" altLang="zh-CN" dirty="0" smtClean="0"/>
              <a:t>of</a:t>
            </a:r>
            <a:r>
              <a:rPr lang="zh-CN" altLang="en-US" dirty="0" smtClean="0"/>
              <a:t> </a:t>
            </a:r>
            <a:r>
              <a:rPr lang="en-US" altLang="zh-CN" dirty="0" smtClean="0"/>
              <a:t>numbers</a:t>
            </a:r>
            <a:r>
              <a:rPr lang="zh-CN" altLang="en-US" dirty="0" smtClean="0"/>
              <a:t> </a:t>
            </a:r>
            <a:r>
              <a:rPr lang="en-US" altLang="zh-CN" dirty="0" smtClean="0"/>
              <a:t>with</a:t>
            </a:r>
            <a:r>
              <a:rPr lang="zh-CN" altLang="en-US" dirty="0" smtClean="0"/>
              <a:t> </a:t>
            </a:r>
            <a:r>
              <a:rPr lang="en-US" altLang="zh-CN" dirty="0" smtClean="0"/>
              <a:t>constant</a:t>
            </a:r>
            <a:r>
              <a:rPr lang="zh-CN" altLang="en-US" dirty="0" smtClean="0"/>
              <a:t> </a:t>
            </a:r>
            <a:r>
              <a:rPr lang="en-US" altLang="zh-CN" dirty="0" smtClean="0"/>
              <a:t>common</a:t>
            </a:r>
            <a:r>
              <a:rPr lang="zh-CN" altLang="en-US" dirty="0" smtClean="0"/>
              <a:t> </a:t>
            </a:r>
            <a:r>
              <a:rPr lang="en-US" altLang="zh-CN" dirty="0" smtClean="0"/>
              <a:t>difference,</a:t>
            </a:r>
            <a:r>
              <a:rPr lang="zh-CN" altLang="en-US" dirty="0" smtClean="0"/>
              <a:t> </a:t>
            </a:r>
            <a:r>
              <a:rPr lang="en-US" altLang="zh-CN" dirty="0" smtClean="0"/>
              <a:t>its</a:t>
            </a:r>
            <a:r>
              <a:rPr lang="zh-CN" altLang="en-US" dirty="0" smtClean="0"/>
              <a:t> </a:t>
            </a:r>
            <a:r>
              <a:rPr lang="en-US" altLang="zh-CN" dirty="0" smtClean="0"/>
              <a:t>sum</a:t>
            </a:r>
            <a:r>
              <a:rPr lang="zh-CN" altLang="en-US" dirty="0" smtClean="0"/>
              <a:t> </a:t>
            </a:r>
            <a:r>
              <a:rPr lang="en-US" altLang="zh-CN" dirty="0" smtClean="0"/>
              <a:t>of</a:t>
            </a:r>
            <a:r>
              <a:rPr lang="zh-CN" altLang="en-US" dirty="0" smtClean="0"/>
              <a:t> </a:t>
            </a:r>
            <a:r>
              <a:rPr lang="en-US" altLang="zh-CN" dirty="0" smtClean="0"/>
              <a:t>first</a:t>
            </a:r>
            <a:r>
              <a:rPr lang="zh-CN" altLang="en-US" dirty="0" smtClean="0"/>
              <a:t> </a:t>
            </a:r>
            <a:r>
              <a:rPr lang="en-US" altLang="zh-CN" dirty="0" smtClean="0"/>
              <a:t>n</a:t>
            </a:r>
            <a:r>
              <a:rPr lang="zh-CN" altLang="en-US" dirty="0" smtClean="0"/>
              <a:t> </a:t>
            </a:r>
            <a:r>
              <a:rPr lang="en-US" altLang="zh-CN" dirty="0" smtClean="0"/>
              <a:t>terms</a:t>
            </a:r>
            <a:r>
              <a:rPr lang="zh-CN" altLang="en-US" dirty="0" smtClean="0"/>
              <a:t> </a:t>
            </a:r>
            <a:r>
              <a:rPr lang="en-US" altLang="zh-CN" dirty="0" smtClean="0"/>
              <a:t>is</a:t>
            </a:r>
            <a:r>
              <a:rPr lang="zh-CN" altLang="en-US" dirty="0" smtClean="0"/>
              <a:t> </a:t>
            </a:r>
            <a:r>
              <a:rPr lang="en-US" altLang="zh-CN" dirty="0" smtClean="0"/>
              <a:t>224,</a:t>
            </a:r>
            <a:r>
              <a:rPr lang="zh-CN" altLang="en-US" dirty="0" smtClean="0"/>
              <a:t> </a:t>
            </a:r>
            <a:r>
              <a:rPr lang="en-US" altLang="zh-CN" dirty="0" smtClean="0"/>
              <a:t>what</a:t>
            </a:r>
            <a:r>
              <a:rPr lang="zh-CN" altLang="en-US" dirty="0" smtClean="0"/>
              <a:t> </a:t>
            </a:r>
            <a:r>
              <a:rPr lang="en-US" altLang="zh-CN" dirty="0" smtClean="0"/>
              <a:t>is</a:t>
            </a:r>
            <a:r>
              <a:rPr lang="zh-CN" altLang="en-US" dirty="0" smtClean="0"/>
              <a:t> </a:t>
            </a:r>
            <a:r>
              <a:rPr lang="en-US" altLang="zh-CN" dirty="0" smtClean="0"/>
              <a:t>n</a:t>
            </a:r>
            <a:r>
              <a:rPr lang="zh-CN" altLang="en-US" dirty="0" smtClean="0"/>
              <a:t> </a:t>
            </a:r>
            <a:r>
              <a:rPr lang="en-US" altLang="zh-CN" dirty="0" smtClean="0"/>
              <a:t>?</a:t>
            </a:r>
          </a:p>
          <a:p>
            <a:r>
              <a:rPr lang="en-US" altLang="zh-CN" dirty="0" smtClean="0"/>
              <a:t>Tips:</a:t>
            </a:r>
            <a:r>
              <a:rPr lang="zh-CN" altLang="en-US" dirty="0" smtClean="0"/>
              <a:t> </a:t>
            </a:r>
            <a:r>
              <a:rPr lang="en-US" altLang="zh-CN" dirty="0" smtClean="0"/>
              <a:t>no</a:t>
            </a:r>
            <a:r>
              <a:rPr lang="zh-CN" altLang="en-US" dirty="0" smtClean="0"/>
              <a:t> </a:t>
            </a:r>
            <a:r>
              <a:rPr lang="en-US" altLang="zh-CN" dirty="0" smtClean="0"/>
              <a:t>last</a:t>
            </a:r>
            <a:r>
              <a:rPr lang="zh-CN" altLang="en-US" dirty="0" smtClean="0"/>
              <a:t> </a:t>
            </a:r>
            <a:r>
              <a:rPr lang="en-US" altLang="zh-CN" dirty="0" smtClean="0"/>
              <a:t>term</a:t>
            </a:r>
            <a:r>
              <a:rPr lang="zh-CN" altLang="en-US" dirty="0" smtClean="0"/>
              <a:t> </a:t>
            </a:r>
            <a:r>
              <a:rPr lang="en-US" altLang="zh-CN" dirty="0" smtClean="0"/>
              <a:t>in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given</a:t>
            </a:r>
            <a:r>
              <a:rPr lang="zh-CN" altLang="en-US" dirty="0" smtClean="0"/>
              <a:t> </a:t>
            </a:r>
            <a:r>
              <a:rPr lang="en-US" altLang="zh-CN" dirty="0" smtClean="0"/>
              <a:t>series,</a:t>
            </a:r>
            <a:r>
              <a:rPr lang="zh-CN" altLang="en-US" dirty="0" smtClean="0"/>
              <a:t> </a:t>
            </a:r>
            <a:r>
              <a:rPr lang="en-US" altLang="zh-CN" dirty="0" smtClean="0"/>
              <a:t>suppose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last</a:t>
            </a:r>
            <a:r>
              <a:rPr lang="zh-CN" altLang="en-US" dirty="0" smtClean="0"/>
              <a:t> </a:t>
            </a:r>
            <a:r>
              <a:rPr lang="en-US" altLang="zh-CN" dirty="0" smtClean="0"/>
              <a:t>term</a:t>
            </a:r>
            <a:r>
              <a:rPr lang="zh-CN" altLang="en-US" dirty="0" smtClean="0"/>
              <a:t> </a:t>
            </a:r>
            <a:r>
              <a:rPr lang="en-US" altLang="zh-CN" dirty="0" smtClean="0"/>
              <a:t>is</a:t>
            </a:r>
            <a:r>
              <a:rPr lang="zh-CN" altLang="en-US" dirty="0" smtClean="0"/>
              <a:t> </a:t>
            </a:r>
            <a:r>
              <a:rPr lang="en-US" altLang="zh-CN" dirty="0" err="1" smtClean="0"/>
              <a:t>a_n</a:t>
            </a:r>
            <a:r>
              <a:rPr lang="en-US" altLang="zh-CN" dirty="0" smtClean="0"/>
              <a:t>.</a:t>
            </a:r>
            <a:r>
              <a:rPr lang="zh-CN" altLang="en-US" dirty="0" smtClean="0"/>
              <a:t> </a:t>
            </a:r>
            <a:r>
              <a:rPr lang="en-US" altLang="zh-CN" dirty="0" smtClean="0"/>
              <a:t>we</a:t>
            </a:r>
            <a:r>
              <a:rPr lang="zh-CN" altLang="en-US" dirty="0" smtClean="0"/>
              <a:t> </a:t>
            </a:r>
            <a:r>
              <a:rPr lang="en-US" altLang="zh-CN" dirty="0" smtClean="0"/>
              <a:t>have</a:t>
            </a:r>
            <a:r>
              <a:rPr lang="zh-CN" altLang="en-US" dirty="0" smtClean="0"/>
              <a:t> </a:t>
            </a:r>
            <a:r>
              <a:rPr lang="en-US" altLang="zh-CN" dirty="0" smtClean="0"/>
              <a:t>a_1</a:t>
            </a:r>
            <a:r>
              <a:rPr lang="zh-CN" altLang="en-US" dirty="0" smtClean="0"/>
              <a:t> </a:t>
            </a:r>
            <a:r>
              <a:rPr lang="en-US" altLang="zh-CN" dirty="0" smtClean="0"/>
              <a:t>=</a:t>
            </a:r>
            <a:r>
              <a:rPr lang="zh-CN" altLang="en-US" dirty="0" smtClean="0"/>
              <a:t> </a:t>
            </a:r>
            <a:r>
              <a:rPr lang="en-US" altLang="zh-CN" dirty="0" smtClean="0"/>
              <a:t>42,</a:t>
            </a:r>
            <a:r>
              <a:rPr lang="zh-CN" altLang="en-US" dirty="0" smtClean="0"/>
              <a:t> </a:t>
            </a:r>
            <a:r>
              <a:rPr lang="en-US" altLang="zh-CN" dirty="0" smtClean="0"/>
              <a:t>d</a:t>
            </a:r>
            <a:r>
              <a:rPr lang="zh-CN" altLang="en-US" dirty="0" smtClean="0"/>
              <a:t> </a:t>
            </a:r>
            <a:r>
              <a:rPr lang="en-US" altLang="zh-CN" dirty="0" smtClean="0"/>
              <a:t>=</a:t>
            </a:r>
            <a:r>
              <a:rPr lang="zh-CN" altLang="en-US" dirty="0" smtClean="0"/>
              <a:t> </a:t>
            </a:r>
            <a:r>
              <a:rPr lang="en-US" altLang="zh-CN" dirty="0" smtClean="0"/>
              <a:t>38-42</a:t>
            </a:r>
            <a:r>
              <a:rPr lang="zh-CN" altLang="en-US" dirty="0" smtClean="0"/>
              <a:t> </a:t>
            </a:r>
            <a:r>
              <a:rPr lang="en-US" altLang="zh-CN" dirty="0" smtClean="0"/>
              <a:t>=</a:t>
            </a:r>
            <a:r>
              <a:rPr lang="zh-CN" altLang="en-US" dirty="0" smtClean="0"/>
              <a:t> </a:t>
            </a:r>
            <a:r>
              <a:rPr lang="en-US" altLang="zh-CN" dirty="0" smtClean="0"/>
              <a:t>-4,</a:t>
            </a:r>
            <a:r>
              <a:rPr lang="zh-CN" altLang="en-US" dirty="0" smtClean="0"/>
              <a:t> </a:t>
            </a:r>
            <a:r>
              <a:rPr lang="en-US" altLang="zh-CN" dirty="0" err="1" smtClean="0"/>
              <a:t>a_n</a:t>
            </a:r>
            <a:r>
              <a:rPr lang="zh-CN" altLang="en-US" dirty="0" smtClean="0"/>
              <a:t>  </a:t>
            </a:r>
            <a:r>
              <a:rPr lang="en-US" altLang="zh-CN" dirty="0" smtClean="0"/>
              <a:t>=</a:t>
            </a:r>
            <a:r>
              <a:rPr lang="zh-CN" altLang="en-US" dirty="0" smtClean="0"/>
              <a:t> </a:t>
            </a:r>
            <a:r>
              <a:rPr lang="en-US" altLang="zh-CN" dirty="0" smtClean="0"/>
              <a:t>a_1</a:t>
            </a:r>
            <a:r>
              <a:rPr lang="zh-CN" altLang="en-US" dirty="0" smtClean="0"/>
              <a:t> </a:t>
            </a:r>
            <a:r>
              <a:rPr lang="en-US" altLang="zh-CN" dirty="0"/>
              <a:t>+</a:t>
            </a:r>
            <a:r>
              <a:rPr lang="zh-CN" altLang="en-US" dirty="0"/>
              <a:t> </a:t>
            </a:r>
            <a:r>
              <a:rPr lang="en-US" altLang="zh-CN" dirty="0"/>
              <a:t>(n-1)</a:t>
            </a:r>
            <a:r>
              <a:rPr lang="zh-CN" altLang="en-US" dirty="0"/>
              <a:t> * </a:t>
            </a:r>
            <a:r>
              <a:rPr lang="en-US" altLang="zh-CN" dirty="0"/>
              <a:t>d</a:t>
            </a:r>
            <a:r>
              <a:rPr lang="zh-CN" altLang="en-US" dirty="0"/>
              <a:t> </a:t>
            </a:r>
            <a:r>
              <a:rPr lang="en-US" altLang="zh-CN" dirty="0" smtClean="0"/>
              <a:t>=</a:t>
            </a:r>
            <a:r>
              <a:rPr lang="zh-CN" altLang="en-US" dirty="0" smtClean="0"/>
              <a:t> </a:t>
            </a:r>
            <a:r>
              <a:rPr lang="en-US" altLang="zh-CN" dirty="0" smtClean="0"/>
              <a:t>42</a:t>
            </a:r>
            <a:r>
              <a:rPr lang="zh-CN" altLang="en-US" dirty="0" smtClean="0"/>
              <a:t> </a:t>
            </a:r>
            <a:r>
              <a:rPr lang="en-US" altLang="zh-CN" dirty="0" smtClean="0"/>
              <a:t>+</a:t>
            </a:r>
            <a:r>
              <a:rPr lang="zh-CN" altLang="en-US" dirty="0" smtClean="0"/>
              <a:t> </a:t>
            </a:r>
            <a:r>
              <a:rPr lang="en-US" altLang="zh-CN" dirty="0" smtClean="0"/>
              <a:t>(n-1)</a:t>
            </a:r>
            <a:r>
              <a:rPr lang="zh-CN" altLang="en-US" dirty="0" smtClean="0"/>
              <a:t>*</a:t>
            </a:r>
            <a:r>
              <a:rPr lang="en-US" altLang="zh-CN" dirty="0" smtClean="0"/>
              <a:t>4</a:t>
            </a:r>
            <a:r>
              <a:rPr lang="zh-CN" altLang="en-US" dirty="0" smtClean="0"/>
              <a:t> </a:t>
            </a:r>
            <a:r>
              <a:rPr lang="en-US" altLang="zh-CN" dirty="0" smtClean="0"/>
              <a:t>=</a:t>
            </a:r>
            <a:r>
              <a:rPr lang="zh-CN" altLang="en-US" dirty="0" smtClean="0"/>
              <a:t> </a:t>
            </a:r>
            <a:r>
              <a:rPr lang="en-US" altLang="zh-CN" dirty="0" smtClean="0"/>
              <a:t>-4</a:t>
            </a:r>
            <a:r>
              <a:rPr lang="zh-CN" altLang="en-US" dirty="0" smtClean="0"/>
              <a:t> </a:t>
            </a:r>
            <a:r>
              <a:rPr lang="en-US" altLang="zh-CN" dirty="0" smtClean="0"/>
              <a:t>n</a:t>
            </a:r>
            <a:r>
              <a:rPr lang="zh-CN" altLang="en-US" dirty="0" smtClean="0"/>
              <a:t> </a:t>
            </a:r>
            <a:r>
              <a:rPr lang="en-US" altLang="zh-CN" dirty="0" smtClean="0"/>
              <a:t>+</a:t>
            </a:r>
            <a:r>
              <a:rPr lang="zh-CN" altLang="en-US" dirty="0" smtClean="0"/>
              <a:t> </a:t>
            </a:r>
            <a:r>
              <a:rPr lang="en-US" altLang="zh-CN" dirty="0" smtClean="0"/>
              <a:t>46,</a:t>
            </a:r>
            <a:r>
              <a:rPr lang="zh-CN" altLang="en-US" dirty="0" smtClean="0"/>
              <a:t> </a:t>
            </a:r>
            <a:r>
              <a:rPr lang="en-US" altLang="zh-CN" dirty="0" smtClean="0"/>
              <a:t>we</a:t>
            </a:r>
            <a:r>
              <a:rPr lang="zh-CN" altLang="en-US" dirty="0" smtClean="0"/>
              <a:t> </a:t>
            </a:r>
            <a:r>
              <a:rPr lang="en-US" altLang="zh-CN" dirty="0" smtClean="0"/>
              <a:t>also</a:t>
            </a:r>
            <a:r>
              <a:rPr lang="zh-CN" altLang="en-US" dirty="0" smtClean="0"/>
              <a:t> </a:t>
            </a:r>
            <a:r>
              <a:rPr lang="en-US" altLang="zh-CN" dirty="0" smtClean="0"/>
              <a:t>get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sum</a:t>
            </a:r>
            <a:r>
              <a:rPr lang="zh-CN" altLang="en-US" dirty="0" smtClean="0"/>
              <a:t> </a:t>
            </a:r>
            <a:r>
              <a:rPr lang="en-US" altLang="zh-CN" dirty="0" smtClean="0"/>
              <a:t>of</a:t>
            </a:r>
            <a:r>
              <a:rPr lang="zh-CN" altLang="en-US" dirty="0" smtClean="0"/>
              <a:t> </a:t>
            </a:r>
            <a:r>
              <a:rPr lang="en-US" altLang="zh-CN" dirty="0" smtClean="0"/>
              <a:t>first</a:t>
            </a:r>
            <a:r>
              <a:rPr lang="zh-CN" altLang="en-US" dirty="0" smtClean="0"/>
              <a:t> </a:t>
            </a:r>
            <a:r>
              <a:rPr lang="en-US" altLang="zh-CN" dirty="0" smtClean="0"/>
              <a:t>n</a:t>
            </a:r>
            <a:r>
              <a:rPr lang="zh-CN" altLang="en-US" dirty="0" smtClean="0"/>
              <a:t> </a:t>
            </a:r>
            <a:r>
              <a:rPr lang="en-US" altLang="zh-CN" dirty="0" smtClean="0"/>
              <a:t>terms</a:t>
            </a:r>
            <a:r>
              <a:rPr lang="zh-CN" altLang="en-US" dirty="0" smtClean="0"/>
              <a:t> </a:t>
            </a:r>
            <a:r>
              <a:rPr lang="en-US" altLang="zh-CN" dirty="0" smtClean="0"/>
              <a:t>is</a:t>
            </a:r>
            <a:r>
              <a:rPr lang="zh-CN" altLang="en-US" dirty="0" smtClean="0"/>
              <a:t> </a:t>
            </a:r>
            <a:r>
              <a:rPr lang="en-US" altLang="zh-CN" dirty="0" smtClean="0"/>
              <a:t>224,</a:t>
            </a:r>
            <a:r>
              <a:rPr lang="zh-CN" altLang="en-US" dirty="0" smtClean="0"/>
              <a:t> </a:t>
            </a:r>
            <a:r>
              <a:rPr lang="en-US" altLang="zh-CN" dirty="0" smtClean="0"/>
              <a:t>directly</a:t>
            </a:r>
            <a:r>
              <a:rPr lang="zh-CN" altLang="en-US" dirty="0" smtClean="0"/>
              <a:t> </a:t>
            </a:r>
            <a:r>
              <a:rPr lang="en-US" altLang="zh-CN" dirty="0" smtClean="0"/>
              <a:t>apply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 smtClean="0"/>
              <a:t> </a:t>
            </a:r>
            <a:r>
              <a:rPr lang="en-US" altLang="zh-CN" dirty="0" smtClean="0"/>
              <a:t>formula</a:t>
            </a:r>
            <a:r>
              <a:rPr lang="zh-CN" altLang="en-US" dirty="0" smtClean="0"/>
              <a:t> </a:t>
            </a:r>
            <a:r>
              <a:rPr lang="en-US" altLang="zh-CN" dirty="0" smtClean="0"/>
              <a:t>to</a:t>
            </a:r>
            <a:r>
              <a:rPr lang="zh-CN" altLang="en-US" dirty="0" smtClean="0"/>
              <a:t> </a:t>
            </a:r>
            <a:r>
              <a:rPr lang="en-US" altLang="zh-CN" dirty="0" smtClean="0"/>
              <a:t>get</a:t>
            </a:r>
            <a:r>
              <a:rPr lang="zh-CN" altLang="en-US" dirty="0" smtClean="0"/>
              <a:t> </a:t>
            </a:r>
            <a:r>
              <a:rPr lang="en-US" altLang="zh-CN" dirty="0" smtClean="0"/>
              <a:t>the</a:t>
            </a:r>
            <a:r>
              <a:rPr lang="zh-CN" altLang="en-US" dirty="0"/>
              <a:t> </a:t>
            </a:r>
            <a:r>
              <a:rPr lang="en-US" altLang="zh-CN" dirty="0" smtClean="0"/>
              <a:t>value</a:t>
            </a:r>
            <a:r>
              <a:rPr lang="zh-CN" altLang="en-US" dirty="0" smtClean="0"/>
              <a:t> </a:t>
            </a:r>
            <a:r>
              <a:rPr lang="en-US" altLang="zh-CN" dirty="0" smtClean="0"/>
              <a:t>of</a:t>
            </a:r>
            <a:r>
              <a:rPr lang="zh-CN" altLang="en-US" dirty="0" smtClean="0"/>
              <a:t> </a:t>
            </a:r>
            <a:r>
              <a:rPr lang="en-US" altLang="zh-CN" dirty="0" smtClean="0"/>
              <a:t>n</a:t>
            </a:r>
            <a:r>
              <a:rPr lang="en-US" altLang="zh-CN" dirty="0"/>
              <a:t>.</a:t>
            </a:r>
            <a:endParaRPr lang="en-US" altLang="zh-CN" dirty="0" smtClean="0"/>
          </a:p>
        </p:txBody>
      </p:sp>
    </p:spTree>
    <p:extLst>
      <p:ext uri="{BB962C8B-B14F-4D97-AF65-F5344CB8AC3E}">
        <p14:creationId xmlns:p14="http://schemas.microsoft.com/office/powerpoint/2010/main" val="811315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Thank</a:t>
            </a:r>
            <a:r>
              <a:rPr lang="zh-CN" altLang="en-US" dirty="0" smtClean="0"/>
              <a:t> </a:t>
            </a:r>
            <a:r>
              <a:rPr lang="en-US" altLang="zh-CN" dirty="0" smtClean="0"/>
              <a:t>you</a:t>
            </a:r>
            <a:r>
              <a:rPr lang="zh-CN" altLang="en-US" dirty="0" smtClean="0"/>
              <a:t> </a:t>
            </a:r>
            <a:r>
              <a:rPr lang="en-US" altLang="zh-CN" dirty="0" smtClean="0"/>
              <a:t>for</a:t>
            </a:r>
            <a:r>
              <a:rPr lang="zh-CN" altLang="en-US" dirty="0" smtClean="0"/>
              <a:t> </a:t>
            </a:r>
            <a:r>
              <a:rPr lang="en-US" altLang="zh-CN" dirty="0" smtClean="0"/>
              <a:t>listening</a:t>
            </a:r>
            <a:r>
              <a:rPr lang="zh-CN" altLang="en-US" dirty="0" smtClean="0"/>
              <a:t>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 smtClean="0"/>
              <a:t>I </a:t>
            </a:r>
            <a:r>
              <a:rPr lang="en-GB" dirty="0"/>
              <a:t>hope that this material was useful and now you have learnt a new concept of </a:t>
            </a:r>
            <a:r>
              <a:rPr lang="en-GB" dirty="0" smtClean="0"/>
              <a:t>mathematics</a:t>
            </a:r>
            <a:r>
              <a:rPr lang="zh-CN" altLang="en-US" dirty="0" smtClean="0"/>
              <a:t>，</a:t>
            </a:r>
            <a:r>
              <a:rPr lang="en-US" altLang="zh-CN" dirty="0" smtClean="0"/>
              <a:t>well</a:t>
            </a:r>
            <a:r>
              <a:rPr lang="zh-CN" altLang="en-US" dirty="0" smtClean="0"/>
              <a:t> </a:t>
            </a:r>
            <a:r>
              <a:rPr lang="en-US" altLang="zh-CN" dirty="0" smtClean="0"/>
              <a:t>done!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171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147</TotalTime>
  <Words>816</Words>
  <Application>Microsoft Macintosh PowerPoint</Application>
  <PresentationFormat>Widescreen</PresentationFormat>
  <Paragraphs>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Century Gothic</vt:lpstr>
      <vt:lpstr>Wingdings 3</vt:lpstr>
      <vt:lpstr>幼圆</vt:lpstr>
      <vt:lpstr>Arial</vt:lpstr>
      <vt:lpstr>Wisp</vt:lpstr>
      <vt:lpstr>Math Presentation Demo</vt:lpstr>
      <vt:lpstr>Learning Structure</vt:lpstr>
      <vt:lpstr>Learning Objective</vt:lpstr>
      <vt:lpstr>Simple example to find the pattern and the technique</vt:lpstr>
      <vt:lpstr>Drive a generic formula in mathematical notation</vt:lpstr>
      <vt:lpstr>Two exercise examples of using the formula </vt:lpstr>
      <vt:lpstr>Thank you for listening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 Presentation Demo</dc:title>
  <dc:creator>Wang, Min</dc:creator>
  <cp:lastModifiedBy>Wang, Min</cp:lastModifiedBy>
  <cp:revision>69</cp:revision>
  <dcterms:created xsi:type="dcterms:W3CDTF">2020-06-09T19:33:04Z</dcterms:created>
  <dcterms:modified xsi:type="dcterms:W3CDTF">2020-06-09T22:00:11Z</dcterms:modified>
</cp:coreProperties>
</file>